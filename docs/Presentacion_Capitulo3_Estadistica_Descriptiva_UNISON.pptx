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97" r:id="rId7"/>
    <p:sldId id="298" r:id="rId8"/>
    <p:sldId id="299" r:id="rId9"/>
    <p:sldId id="263" r:id="rId10"/>
    <p:sldId id="300" r:id="rId11"/>
    <p:sldId id="264" r:id="rId12"/>
    <p:sldId id="265" r:id="rId13"/>
    <p:sldId id="262" r:id="rId14"/>
    <p:sldId id="266" r:id="rId15"/>
    <p:sldId id="301" r:id="rId16"/>
    <p:sldId id="267" r:id="rId17"/>
    <p:sldId id="268" r:id="rId18"/>
    <p:sldId id="269" r:id="rId19"/>
    <p:sldId id="270" r:id="rId20"/>
    <p:sldId id="271" r:id="rId21"/>
    <p:sldId id="302" r:id="rId22"/>
    <p:sldId id="303" r:id="rId23"/>
    <p:sldId id="304" r:id="rId24"/>
    <p:sldId id="272" r:id="rId25"/>
    <p:sldId id="273" r:id="rId26"/>
    <p:sldId id="274" r:id="rId27"/>
    <p:sldId id="275" r:id="rId28"/>
    <p:sldId id="276" r:id="rId29"/>
    <p:sldId id="277" r:id="rId30"/>
    <p:sldId id="305" r:id="rId31"/>
    <p:sldId id="306" r:id="rId32"/>
    <p:sldId id="307" r:id="rId33"/>
    <p:sldId id="278" r:id="rId34"/>
    <p:sldId id="279" r:id="rId35"/>
    <p:sldId id="280" r:id="rId36"/>
    <p:sldId id="281" r:id="rId37"/>
    <p:sldId id="282" r:id="rId38"/>
    <p:sldId id="284" r:id="rId39"/>
    <p:sldId id="285" r:id="rId40"/>
    <p:sldId id="288" r:id="rId41"/>
    <p:sldId id="289" r:id="rId42"/>
    <p:sldId id="290" r:id="rId43"/>
    <p:sldId id="291" r:id="rId44"/>
    <p:sldId id="294" r:id="rId45"/>
    <p:sldId id="29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D44FF0-FBAF-4CEC-9984-5E0342AF0CA1}" v="43" dt="2026-09-04T00:35:25.4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87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el Dennis" userId="d088e9375cca0060" providerId="LiveId" clId="{A9D09F45-7190-4528-B457-6D6A00256F2A}"/>
    <pc:docChg chg="undo redo custSel addSld delSld modSld sldOrd">
      <pc:chgData name="Pavel Dennis" userId="d088e9375cca0060" providerId="LiveId" clId="{A9D09F45-7190-4528-B457-6D6A00256F2A}" dt="2026-09-04T00:39:08.263" v="3755" actId="20577"/>
      <pc:docMkLst>
        <pc:docMk/>
      </pc:docMkLst>
      <pc:sldChg chg="addSp delSp modSp mod">
        <pc:chgData name="Pavel Dennis" userId="d088e9375cca0060" providerId="LiveId" clId="{A9D09F45-7190-4528-B457-6D6A00256F2A}" dt="2026-09-03T17:19:07.684" v="1896" actId="20577"/>
        <pc:sldMkLst>
          <pc:docMk/>
          <pc:sldMk cId="0" sldId="256"/>
        </pc:sldMkLst>
        <pc:spChg chg="mod">
          <ac:chgData name="Pavel Dennis" userId="d088e9375cca0060" providerId="LiveId" clId="{A9D09F45-7190-4528-B457-6D6A00256F2A}" dt="2026-08-30T16:03:19.140" v="205" actId="1036"/>
          <ac:spMkLst>
            <pc:docMk/>
            <pc:sldMk cId="0" sldId="256"/>
            <ac:spMk id="7" creationId="{00000000-0000-0000-0000-000000000000}"/>
          </ac:spMkLst>
        </pc:spChg>
        <pc:spChg chg="mod">
          <ac:chgData name="Pavel Dennis" userId="d088e9375cca0060" providerId="LiveId" clId="{A9D09F45-7190-4528-B457-6D6A00256F2A}" dt="2026-08-30T16:03:14.729" v="183" actId="1036"/>
          <ac:spMkLst>
            <pc:docMk/>
            <pc:sldMk cId="0" sldId="256"/>
            <ac:spMk id="8" creationId="{00000000-0000-0000-0000-000000000000}"/>
          </ac:spMkLst>
        </pc:spChg>
        <pc:spChg chg="add del mod">
          <ac:chgData name="Pavel Dennis" userId="d088e9375cca0060" providerId="LiveId" clId="{A9D09F45-7190-4528-B457-6D6A00256F2A}" dt="2026-08-30T16:05:57.270" v="362" actId="14100"/>
          <ac:spMkLst>
            <pc:docMk/>
            <pc:sldMk cId="0" sldId="256"/>
            <ac:spMk id="9" creationId="{00000000-0000-0000-0000-000000000000}"/>
          </ac:spMkLst>
        </pc:spChg>
        <pc:spChg chg="mod">
          <ac:chgData name="Pavel Dennis" userId="d088e9375cca0060" providerId="LiveId" clId="{A9D09F45-7190-4528-B457-6D6A00256F2A}" dt="2026-09-03T17:19:07.684" v="1896" actId="20577"/>
          <ac:spMkLst>
            <pc:docMk/>
            <pc:sldMk cId="0" sldId="256"/>
            <ac:spMk id="10" creationId="{00000000-0000-0000-0000-000000000000}"/>
          </ac:spMkLst>
        </pc:spChg>
        <pc:spChg chg="mod">
          <ac:chgData name="Pavel Dennis" userId="d088e9375cca0060" providerId="LiveId" clId="{A9D09F45-7190-4528-B457-6D6A00256F2A}" dt="2026-08-30T16:35:34.082" v="831" actId="1036"/>
          <ac:spMkLst>
            <pc:docMk/>
            <pc:sldMk cId="0" sldId="256"/>
            <ac:spMk id="11" creationId="{00000000-0000-0000-0000-000000000000}"/>
          </ac:spMkLst>
        </pc:spChg>
        <pc:picChg chg="add mod">
          <ac:chgData name="Pavel Dennis" userId="d088e9375cca0060" providerId="LiveId" clId="{A9D09F45-7190-4528-B457-6D6A00256F2A}" dt="2026-08-30T15:56:19.860" v="10" actId="1035"/>
          <ac:picMkLst>
            <pc:docMk/>
            <pc:sldMk cId="0" sldId="256"/>
            <ac:picMk id="14" creationId="{C387B40D-E2EE-BC6C-E959-E0BE3B3101EA}"/>
          </ac:picMkLst>
        </pc:picChg>
        <pc:picChg chg="add mod">
          <ac:chgData name="Pavel Dennis" userId="d088e9375cca0060" providerId="LiveId" clId="{A9D09F45-7190-4528-B457-6D6A00256F2A}" dt="2026-08-30T16:37:41.571" v="840" actId="1038"/>
          <ac:picMkLst>
            <pc:docMk/>
            <pc:sldMk cId="0" sldId="256"/>
            <ac:picMk id="17" creationId="{EA50FF0C-5558-2C82-480C-56BF2C2E8EFE}"/>
          </ac:picMkLst>
        </pc:picChg>
      </pc:sldChg>
      <pc:sldChg chg="addSp delSp modSp mod">
        <pc:chgData name="Pavel Dennis" userId="d088e9375cca0060" providerId="LiveId" clId="{A9D09F45-7190-4528-B457-6D6A00256F2A}" dt="2026-09-03T17:20:22.905" v="1899" actId="478"/>
        <pc:sldMkLst>
          <pc:docMk/>
          <pc:sldMk cId="0" sldId="257"/>
        </pc:sldMkLst>
        <pc:spChg chg="mod">
          <ac:chgData name="Pavel Dennis" userId="d088e9375cca0060" providerId="LiveId" clId="{A9D09F45-7190-4528-B457-6D6A00256F2A}" dt="2026-08-30T16:12:50.643" v="504" actId="20577"/>
          <ac:spMkLst>
            <pc:docMk/>
            <pc:sldMk cId="0" sldId="257"/>
            <ac:spMk id="7" creationId="{00000000-0000-0000-0000-000000000000}"/>
          </ac:spMkLst>
        </pc:spChg>
        <pc:spChg chg="del">
          <ac:chgData name="Pavel Dennis" userId="d088e9375cca0060" providerId="LiveId" clId="{A9D09F45-7190-4528-B457-6D6A00256F2A}" dt="2026-09-03T17:20:22.905" v="1899" actId="478"/>
          <ac:spMkLst>
            <pc:docMk/>
            <pc:sldMk cId="0" sldId="257"/>
            <ac:spMk id="8" creationId="{00000000-0000-0000-0000-000000000000}"/>
          </ac:spMkLst>
        </pc:spChg>
        <pc:spChg chg="mod">
          <ac:chgData name="Pavel Dennis" userId="d088e9375cca0060" providerId="LiveId" clId="{A9D09F45-7190-4528-B457-6D6A00256F2A}" dt="2026-08-30T16:11:13.653" v="475" actId="255"/>
          <ac:spMkLst>
            <pc:docMk/>
            <pc:sldMk cId="0" sldId="257"/>
            <ac:spMk id="10" creationId="{00000000-0000-0000-0000-000000000000}"/>
          </ac:spMkLst>
        </pc:spChg>
        <pc:spChg chg="mod">
          <ac:chgData name="Pavel Dennis" userId="d088e9375cca0060" providerId="LiveId" clId="{A9D09F45-7190-4528-B457-6D6A00256F2A}" dt="2026-08-30T16:09:41.019" v="429" actId="20577"/>
          <ac:spMkLst>
            <pc:docMk/>
            <pc:sldMk cId="0" sldId="257"/>
            <ac:spMk id="13" creationId="{00000000-0000-0000-0000-000000000000}"/>
          </ac:spMkLst>
        </pc:spChg>
        <pc:spChg chg="mod">
          <ac:chgData name="Pavel Dennis" userId="d088e9375cca0060" providerId="LiveId" clId="{A9D09F45-7190-4528-B457-6D6A00256F2A}" dt="2026-08-30T16:09:49.267" v="430" actId="20577"/>
          <ac:spMkLst>
            <pc:docMk/>
            <pc:sldMk cId="0" sldId="257"/>
            <ac:spMk id="16" creationId="{00000000-0000-0000-0000-000000000000}"/>
          </ac:spMkLst>
        </pc:spChg>
        <pc:spChg chg="mod">
          <ac:chgData name="Pavel Dennis" userId="d088e9375cca0060" providerId="LiveId" clId="{A9D09F45-7190-4528-B457-6D6A00256F2A}" dt="2026-08-30T16:09:35.872" v="428" actId="20577"/>
          <ac:spMkLst>
            <pc:docMk/>
            <pc:sldMk cId="0" sldId="257"/>
            <ac:spMk id="19" creationId="{00000000-0000-0000-0000-000000000000}"/>
          </ac:spMkLst>
        </pc:spChg>
        <pc:spChg chg="mod">
          <ac:chgData name="Pavel Dennis" userId="d088e9375cca0060" providerId="LiveId" clId="{A9D09F45-7190-4528-B457-6D6A00256F2A}" dt="2026-08-30T16:09:28.993" v="426" actId="20577"/>
          <ac:spMkLst>
            <pc:docMk/>
            <pc:sldMk cId="0" sldId="257"/>
            <ac:spMk id="22" creationId="{00000000-0000-0000-0000-000000000000}"/>
          </ac:spMkLst>
        </pc:spChg>
        <pc:spChg chg="mod">
          <ac:chgData name="Pavel Dennis" userId="d088e9375cca0060" providerId="LiveId" clId="{A9D09F45-7190-4528-B457-6D6A00256F2A}" dt="2026-08-30T16:10:15.150" v="454" actId="20577"/>
          <ac:spMkLst>
            <pc:docMk/>
            <pc:sldMk cId="0" sldId="257"/>
            <ac:spMk id="25" creationId="{00000000-0000-0000-0000-000000000000}"/>
          </ac:spMkLst>
        </pc:spChg>
        <pc:spChg chg="mod">
          <ac:chgData name="Pavel Dennis" userId="d088e9375cca0060" providerId="LiveId" clId="{A9D09F45-7190-4528-B457-6D6A00256F2A}" dt="2026-08-30T16:13:37.393" v="506" actId="14100"/>
          <ac:spMkLst>
            <pc:docMk/>
            <pc:sldMk cId="0" sldId="257"/>
            <ac:spMk id="29" creationId="{00000000-0000-0000-0000-000000000000}"/>
          </ac:spMkLst>
        </pc:spChg>
      </pc:sldChg>
      <pc:sldChg chg="addSp delSp modSp del mod">
        <pc:chgData name="Pavel Dennis" userId="d088e9375cca0060" providerId="LiveId" clId="{A9D09F45-7190-4528-B457-6D6A00256F2A}" dt="2026-09-03T16:00:23.117" v="1796" actId="2696"/>
        <pc:sldMkLst>
          <pc:docMk/>
          <pc:sldMk cId="0" sldId="258"/>
        </pc:sldMkLst>
      </pc:sldChg>
      <pc:sldChg chg="addSp delSp modSp mod">
        <pc:chgData name="Pavel Dennis" userId="d088e9375cca0060" providerId="LiveId" clId="{A9D09F45-7190-4528-B457-6D6A00256F2A}" dt="2026-09-03T17:20:27.241" v="1900" actId="478"/>
        <pc:sldMkLst>
          <pc:docMk/>
          <pc:sldMk cId="0" sldId="259"/>
        </pc:sldMkLst>
        <pc:spChg chg="del mod">
          <ac:chgData name="Pavel Dennis" userId="d088e9375cca0060" providerId="LiveId" clId="{A9D09F45-7190-4528-B457-6D6A00256F2A}" dt="2026-09-03T17:20:27.241" v="1900" actId="478"/>
          <ac:spMkLst>
            <pc:docMk/>
            <pc:sldMk cId="0" sldId="259"/>
            <ac:spMk id="8" creationId="{00000000-0000-0000-0000-000000000000}"/>
          </ac:spMkLst>
        </pc:spChg>
        <pc:spChg chg="add">
          <ac:chgData name="Pavel Dennis" userId="d088e9375cca0060" providerId="LiveId" clId="{A9D09F45-7190-4528-B457-6D6A00256F2A}" dt="2026-08-30T16:28:35.351" v="575" actId="22"/>
          <ac:spMkLst>
            <pc:docMk/>
            <pc:sldMk cId="0" sldId="259"/>
            <ac:spMk id="25" creationId="{1BA03C91-7700-8491-B4DD-54CFFF957090}"/>
          </ac:spMkLst>
        </pc:spChg>
      </pc:sldChg>
      <pc:sldChg chg="addSp delSp modSp mod">
        <pc:chgData name="Pavel Dennis" userId="d088e9375cca0060" providerId="LiveId" clId="{A9D09F45-7190-4528-B457-6D6A00256F2A}" dt="2026-09-03T17:20:32.052" v="1901" actId="478"/>
        <pc:sldMkLst>
          <pc:docMk/>
          <pc:sldMk cId="0" sldId="261"/>
        </pc:sldMkLst>
        <pc:spChg chg="del mod">
          <ac:chgData name="Pavel Dennis" userId="d088e9375cca0060" providerId="LiveId" clId="{A9D09F45-7190-4528-B457-6D6A00256F2A}" dt="2026-09-03T17:20:32.052" v="1901" actId="478"/>
          <ac:spMkLst>
            <pc:docMk/>
            <pc:sldMk cId="0" sldId="261"/>
            <ac:spMk id="8" creationId="{00000000-0000-0000-0000-000000000000}"/>
          </ac:spMkLst>
        </pc:spChg>
        <pc:spChg chg="mod">
          <ac:chgData name="Pavel Dennis" userId="d088e9375cca0060" providerId="LiveId" clId="{A9D09F45-7190-4528-B457-6D6A00256F2A}" dt="2026-08-30T17:25:02.370" v="881" actId="255"/>
          <ac:spMkLst>
            <pc:docMk/>
            <pc:sldMk cId="0" sldId="261"/>
            <ac:spMk id="15" creationId="{00000000-0000-0000-0000-000000000000}"/>
          </ac:spMkLst>
        </pc:spChg>
        <pc:spChg chg="mod">
          <ac:chgData name="Pavel Dennis" userId="d088e9375cca0060" providerId="LiveId" clId="{A9D09F45-7190-4528-B457-6D6A00256F2A}" dt="2026-08-30T17:38:29.871" v="904" actId="20577"/>
          <ac:spMkLst>
            <pc:docMk/>
            <pc:sldMk cId="0" sldId="261"/>
            <ac:spMk id="16" creationId="{00000000-0000-0000-0000-000000000000}"/>
          </ac:spMkLst>
        </pc:spChg>
        <pc:spChg chg="add">
          <ac:chgData name="Pavel Dennis" userId="d088e9375cca0060" providerId="LiveId" clId="{A9D09F45-7190-4528-B457-6D6A00256F2A}" dt="2026-08-30T16:28:42.664" v="577" actId="22"/>
          <ac:spMkLst>
            <pc:docMk/>
            <pc:sldMk cId="0" sldId="261"/>
            <ac:spMk id="27" creationId="{B126BB9B-EE31-A314-8382-36DD90605A18}"/>
          </ac:spMkLst>
        </pc:spChg>
        <pc:picChg chg="add mod">
          <ac:chgData name="Pavel Dennis" userId="d088e9375cca0060" providerId="LiveId" clId="{A9D09F45-7190-4528-B457-6D6A00256F2A}" dt="2026-08-30T17:24:46.537" v="879" actId="1076"/>
          <ac:picMkLst>
            <pc:docMk/>
            <pc:sldMk cId="0" sldId="261"/>
            <ac:picMk id="29" creationId="{F45F5260-1392-085C-D159-6EA4BAB077CE}"/>
          </ac:picMkLst>
        </pc:picChg>
      </pc:sldChg>
      <pc:sldChg chg="addSp delSp modSp mod ord">
        <pc:chgData name="Pavel Dennis" userId="d088e9375cca0060" providerId="LiveId" clId="{A9D09F45-7190-4528-B457-6D6A00256F2A}" dt="2026-09-03T17:25:43.665" v="1974" actId="255"/>
        <pc:sldMkLst>
          <pc:docMk/>
          <pc:sldMk cId="0" sldId="262"/>
        </pc:sldMkLst>
        <pc:spChg chg="del mod">
          <ac:chgData name="Pavel Dennis" userId="d088e9375cca0060" providerId="LiveId" clId="{A9D09F45-7190-4528-B457-6D6A00256F2A}" dt="2026-09-03T17:21:06.663" v="1909" actId="478"/>
          <ac:spMkLst>
            <pc:docMk/>
            <pc:sldMk cId="0" sldId="262"/>
            <ac:spMk id="8" creationId="{00000000-0000-0000-0000-000000000000}"/>
          </ac:spMkLst>
        </pc:spChg>
        <pc:spChg chg="mod">
          <ac:chgData name="Pavel Dennis" userId="d088e9375cca0060" providerId="LiveId" clId="{A9D09F45-7190-4528-B457-6D6A00256F2A}" dt="2026-09-03T17:25:32.795" v="1961" actId="1036"/>
          <ac:spMkLst>
            <pc:docMk/>
            <pc:sldMk cId="0" sldId="262"/>
            <ac:spMk id="9" creationId="{00000000-0000-0000-0000-000000000000}"/>
          </ac:spMkLst>
        </pc:spChg>
        <pc:spChg chg="mod">
          <ac:chgData name="Pavel Dennis" userId="d088e9375cca0060" providerId="LiveId" clId="{A9D09F45-7190-4528-B457-6D6A00256F2A}" dt="2026-09-03T17:25:43.665" v="1974" actId="255"/>
          <ac:spMkLst>
            <pc:docMk/>
            <pc:sldMk cId="0" sldId="262"/>
            <ac:spMk id="10" creationId="{00000000-0000-0000-0000-000000000000}"/>
          </ac:spMkLst>
        </pc:spChg>
        <pc:spChg chg="add">
          <ac:chgData name="Pavel Dennis" userId="d088e9375cca0060" providerId="LiveId" clId="{A9D09F45-7190-4528-B457-6D6A00256F2A}" dt="2026-08-30T16:28:53.565" v="581" actId="22"/>
          <ac:spMkLst>
            <pc:docMk/>
            <pc:sldMk cId="0" sldId="262"/>
            <ac:spMk id="22" creationId="{6522C68A-0062-0B41-6CF3-408D9BECED9E}"/>
          </ac:spMkLst>
        </pc:spChg>
        <pc:spChg chg="add del">
          <ac:chgData name="Pavel Dennis" userId="d088e9375cca0060" providerId="LiveId" clId="{A9D09F45-7190-4528-B457-6D6A00256F2A}" dt="2026-09-03T17:25:27.071" v="1938" actId="478"/>
          <ac:spMkLst>
            <pc:docMk/>
            <pc:sldMk cId="0" sldId="262"/>
            <ac:spMk id="24" creationId="{3B4B78C5-6656-BBA2-6C95-65A3EEB02102}"/>
          </ac:spMkLst>
        </pc:spChg>
        <pc:picChg chg="add mod">
          <ac:chgData name="Pavel Dennis" userId="d088e9375cca0060" providerId="LiveId" clId="{A9D09F45-7190-4528-B457-6D6A00256F2A}" dt="2026-09-03T17:25:36.802" v="1973" actId="1035"/>
          <ac:picMkLst>
            <pc:docMk/>
            <pc:sldMk cId="0" sldId="262"/>
            <ac:picMk id="26" creationId="{FEE27764-1D2D-879C-A737-543A3DDD2129}"/>
          </ac:picMkLst>
        </pc:picChg>
      </pc:sldChg>
      <pc:sldChg chg="addSp delSp modSp mod">
        <pc:chgData name="Pavel Dennis" userId="d088e9375cca0060" providerId="LiveId" clId="{A9D09F45-7190-4528-B457-6D6A00256F2A}" dt="2026-09-03T17:20:51.086" v="1905" actId="478"/>
        <pc:sldMkLst>
          <pc:docMk/>
          <pc:sldMk cId="0" sldId="263"/>
        </pc:sldMkLst>
        <pc:spChg chg="del mod">
          <ac:chgData name="Pavel Dennis" userId="d088e9375cca0060" providerId="LiveId" clId="{A9D09F45-7190-4528-B457-6D6A00256F2A}" dt="2026-09-03T17:20:51.086" v="1905" actId="478"/>
          <ac:spMkLst>
            <pc:docMk/>
            <pc:sldMk cId="0" sldId="263"/>
            <ac:spMk id="8" creationId="{00000000-0000-0000-0000-000000000000}"/>
          </ac:spMkLst>
        </pc:spChg>
        <pc:spChg chg="add">
          <ac:chgData name="Pavel Dennis" userId="d088e9375cca0060" providerId="LiveId" clId="{A9D09F45-7190-4528-B457-6D6A00256F2A}" dt="2026-08-30T16:28:58.500" v="583" actId="22"/>
          <ac:spMkLst>
            <pc:docMk/>
            <pc:sldMk cId="0" sldId="263"/>
            <ac:spMk id="31" creationId="{DA38C1BF-3161-2AFF-0727-9FCE35A7B24A}"/>
          </ac:spMkLst>
        </pc:spChg>
        <pc:spChg chg="add">
          <ac:chgData name="Pavel Dennis" userId="d088e9375cca0060" providerId="LiveId" clId="{A9D09F45-7190-4528-B457-6D6A00256F2A}" dt="2026-08-31T02:40:47.153" v="1070" actId="22"/>
          <ac:spMkLst>
            <pc:docMk/>
            <pc:sldMk cId="0" sldId="263"/>
            <ac:spMk id="33" creationId="{7DC260CB-3FA0-5D60-660B-9D183037FD4A}"/>
          </ac:spMkLst>
        </pc:spChg>
      </pc:sldChg>
      <pc:sldChg chg="addSp delSp modSp mod">
        <pc:chgData name="Pavel Dennis" userId="d088e9375cca0060" providerId="LiveId" clId="{A9D09F45-7190-4528-B457-6D6A00256F2A}" dt="2026-09-03T17:20:59.772" v="1907" actId="478"/>
        <pc:sldMkLst>
          <pc:docMk/>
          <pc:sldMk cId="0" sldId="264"/>
        </pc:sldMkLst>
        <pc:spChg chg="del mod">
          <ac:chgData name="Pavel Dennis" userId="d088e9375cca0060" providerId="LiveId" clId="{A9D09F45-7190-4528-B457-6D6A00256F2A}" dt="2026-09-03T17:20:59.772" v="1907" actId="478"/>
          <ac:spMkLst>
            <pc:docMk/>
            <pc:sldMk cId="0" sldId="264"/>
            <ac:spMk id="8" creationId="{00000000-0000-0000-0000-000000000000}"/>
          </ac:spMkLst>
        </pc:spChg>
        <pc:spChg chg="mod">
          <ac:chgData name="Pavel Dennis" userId="d088e9375cca0060" providerId="LiveId" clId="{A9D09F45-7190-4528-B457-6D6A00256F2A}" dt="2026-08-31T03:02:55.190" v="1161" actId="1037"/>
          <ac:spMkLst>
            <pc:docMk/>
            <pc:sldMk cId="0" sldId="264"/>
            <ac:spMk id="9" creationId="{00000000-0000-0000-0000-000000000000}"/>
          </ac:spMkLst>
        </pc:spChg>
        <pc:spChg chg="mod">
          <ac:chgData name="Pavel Dennis" userId="d088e9375cca0060" providerId="LiveId" clId="{A9D09F45-7190-4528-B457-6D6A00256F2A}" dt="2026-08-31T03:03:26.503" v="1162" actId="14100"/>
          <ac:spMkLst>
            <pc:docMk/>
            <pc:sldMk cId="0" sldId="264"/>
            <ac:spMk id="13" creationId="{00000000-0000-0000-0000-000000000000}"/>
          </ac:spMkLst>
        </pc:spChg>
        <pc:spChg chg="add">
          <ac:chgData name="Pavel Dennis" userId="d088e9375cca0060" providerId="LiveId" clId="{A9D09F45-7190-4528-B457-6D6A00256F2A}" dt="2026-08-30T16:29:05.381" v="585" actId="22"/>
          <ac:spMkLst>
            <pc:docMk/>
            <pc:sldMk cId="0" sldId="264"/>
            <ac:spMk id="19" creationId="{63DFAC2F-0029-8751-C719-AB0923C087AE}"/>
          </ac:spMkLst>
        </pc:spChg>
        <pc:spChg chg="add">
          <ac:chgData name="Pavel Dennis" userId="d088e9375cca0060" providerId="LiveId" clId="{A9D09F45-7190-4528-B457-6D6A00256F2A}" dt="2026-08-31T03:02:31.427" v="1149" actId="22"/>
          <ac:spMkLst>
            <pc:docMk/>
            <pc:sldMk cId="0" sldId="264"/>
            <ac:spMk id="21" creationId="{A7CD91DA-DEC5-6E25-FAB2-86D7F518AA49}"/>
          </ac:spMkLst>
        </pc:spChg>
      </pc:sldChg>
      <pc:sldChg chg="addSp delSp modSp mod">
        <pc:chgData name="Pavel Dennis" userId="d088e9375cca0060" providerId="LiveId" clId="{A9D09F45-7190-4528-B457-6D6A00256F2A}" dt="2026-09-03T17:21:03.434" v="1908" actId="478"/>
        <pc:sldMkLst>
          <pc:docMk/>
          <pc:sldMk cId="0" sldId="265"/>
        </pc:sldMkLst>
        <pc:spChg chg="del mod">
          <ac:chgData name="Pavel Dennis" userId="d088e9375cca0060" providerId="LiveId" clId="{A9D09F45-7190-4528-B457-6D6A00256F2A}" dt="2026-09-03T17:21:03.434" v="1908" actId="478"/>
          <ac:spMkLst>
            <pc:docMk/>
            <pc:sldMk cId="0" sldId="265"/>
            <ac:spMk id="8" creationId="{00000000-0000-0000-0000-000000000000}"/>
          </ac:spMkLst>
        </pc:spChg>
        <pc:spChg chg="mod">
          <ac:chgData name="Pavel Dennis" userId="d088e9375cca0060" providerId="LiveId" clId="{A9D09F45-7190-4528-B457-6D6A00256F2A}" dt="2026-08-31T03:13:29.966" v="1210" actId="1036"/>
          <ac:spMkLst>
            <pc:docMk/>
            <pc:sldMk cId="0" sldId="265"/>
            <ac:spMk id="9" creationId="{00000000-0000-0000-0000-000000000000}"/>
          </ac:spMkLst>
        </pc:spChg>
        <pc:spChg chg="mod">
          <ac:chgData name="Pavel Dennis" userId="d088e9375cca0060" providerId="LiveId" clId="{A9D09F45-7190-4528-B457-6D6A00256F2A}" dt="2026-08-31T03:13:29.966" v="1210" actId="1036"/>
          <ac:spMkLst>
            <pc:docMk/>
            <pc:sldMk cId="0" sldId="265"/>
            <ac:spMk id="12" creationId="{00000000-0000-0000-0000-000000000000}"/>
          </ac:spMkLst>
        </pc:spChg>
        <pc:spChg chg="mod">
          <ac:chgData name="Pavel Dennis" userId="d088e9375cca0060" providerId="LiveId" clId="{A9D09F45-7190-4528-B457-6D6A00256F2A}" dt="2026-08-31T03:13:29.966" v="1210" actId="1036"/>
          <ac:spMkLst>
            <pc:docMk/>
            <pc:sldMk cId="0" sldId="265"/>
            <ac:spMk id="13" creationId="{00000000-0000-0000-0000-000000000000}"/>
          </ac:spMkLst>
        </pc:spChg>
        <pc:spChg chg="mod">
          <ac:chgData name="Pavel Dennis" userId="d088e9375cca0060" providerId="LiveId" clId="{A9D09F45-7190-4528-B457-6D6A00256F2A}" dt="2026-08-31T03:13:29.966" v="1210" actId="1036"/>
          <ac:spMkLst>
            <pc:docMk/>
            <pc:sldMk cId="0" sldId="265"/>
            <ac:spMk id="17" creationId="{00000000-0000-0000-0000-000000000000}"/>
          </ac:spMkLst>
        </pc:spChg>
        <pc:spChg chg="mod">
          <ac:chgData name="Pavel Dennis" userId="d088e9375cca0060" providerId="LiveId" clId="{A9D09F45-7190-4528-B457-6D6A00256F2A}" dt="2026-08-31T03:13:29.966" v="1210" actId="1036"/>
          <ac:spMkLst>
            <pc:docMk/>
            <pc:sldMk cId="0" sldId="265"/>
            <ac:spMk id="18" creationId="{00000000-0000-0000-0000-000000000000}"/>
          </ac:spMkLst>
        </pc:spChg>
        <pc:spChg chg="mod">
          <ac:chgData name="Pavel Dennis" userId="d088e9375cca0060" providerId="LiveId" clId="{A9D09F45-7190-4528-B457-6D6A00256F2A}" dt="2026-08-31T03:13:29.966" v="1210" actId="1036"/>
          <ac:spMkLst>
            <pc:docMk/>
            <pc:sldMk cId="0" sldId="265"/>
            <ac:spMk id="20" creationId="{00000000-0000-0000-0000-000000000000}"/>
          </ac:spMkLst>
        </pc:spChg>
        <pc:spChg chg="mod">
          <ac:chgData name="Pavel Dennis" userId="d088e9375cca0060" providerId="LiveId" clId="{A9D09F45-7190-4528-B457-6D6A00256F2A}" dt="2026-08-31T03:13:29.966" v="1210" actId="1036"/>
          <ac:spMkLst>
            <pc:docMk/>
            <pc:sldMk cId="0" sldId="265"/>
            <ac:spMk id="21" creationId="{00000000-0000-0000-0000-000000000000}"/>
          </ac:spMkLst>
        </pc:spChg>
        <pc:spChg chg="mod">
          <ac:chgData name="Pavel Dennis" userId="d088e9375cca0060" providerId="LiveId" clId="{A9D09F45-7190-4528-B457-6D6A00256F2A}" dt="2026-08-31T03:13:29.966" v="1210" actId="1036"/>
          <ac:spMkLst>
            <pc:docMk/>
            <pc:sldMk cId="0" sldId="265"/>
            <ac:spMk id="22" creationId="{00000000-0000-0000-0000-000000000000}"/>
          </ac:spMkLst>
        </pc:spChg>
        <pc:spChg chg="mod">
          <ac:chgData name="Pavel Dennis" userId="d088e9375cca0060" providerId="LiveId" clId="{A9D09F45-7190-4528-B457-6D6A00256F2A}" dt="2026-08-31T03:13:29.966" v="1210" actId="1036"/>
          <ac:spMkLst>
            <pc:docMk/>
            <pc:sldMk cId="0" sldId="265"/>
            <ac:spMk id="24" creationId="{00000000-0000-0000-0000-000000000000}"/>
          </ac:spMkLst>
        </pc:spChg>
        <pc:spChg chg="mod">
          <ac:chgData name="Pavel Dennis" userId="d088e9375cca0060" providerId="LiveId" clId="{A9D09F45-7190-4528-B457-6D6A00256F2A}" dt="2026-08-31T03:13:29.966" v="1210" actId="1036"/>
          <ac:spMkLst>
            <pc:docMk/>
            <pc:sldMk cId="0" sldId="265"/>
            <ac:spMk id="28" creationId="{00000000-0000-0000-0000-000000000000}"/>
          </ac:spMkLst>
        </pc:spChg>
        <pc:spChg chg="add">
          <ac:chgData name="Pavel Dennis" userId="d088e9375cca0060" providerId="LiveId" clId="{A9D09F45-7190-4528-B457-6D6A00256F2A}" dt="2026-08-30T16:29:13.467" v="587" actId="22"/>
          <ac:spMkLst>
            <pc:docMk/>
            <pc:sldMk cId="0" sldId="265"/>
            <ac:spMk id="30" creationId="{96D84B54-0226-E6FA-7A46-A92EA0E580BA}"/>
          </ac:spMkLst>
        </pc:spChg>
        <pc:spChg chg="add mod">
          <ac:chgData name="Pavel Dennis" userId="d088e9375cca0060" providerId="LiveId" clId="{A9D09F45-7190-4528-B457-6D6A00256F2A}" dt="2026-08-31T03:13:42.764" v="1231" actId="1035"/>
          <ac:spMkLst>
            <pc:docMk/>
            <pc:sldMk cId="0" sldId="265"/>
            <ac:spMk id="32" creationId="{49FA242B-1BB9-A2DC-7D38-B7E2BB8FBB1E}"/>
          </ac:spMkLst>
        </pc:spChg>
        <pc:spChg chg="add mod">
          <ac:chgData name="Pavel Dennis" userId="d088e9375cca0060" providerId="LiveId" clId="{A9D09F45-7190-4528-B457-6D6A00256F2A}" dt="2026-08-31T03:14:07.324" v="1255" actId="14100"/>
          <ac:spMkLst>
            <pc:docMk/>
            <pc:sldMk cId="0" sldId="265"/>
            <ac:spMk id="34" creationId="{9CCB4987-0F4F-2961-E206-28BEBD9AE512}"/>
          </ac:spMkLst>
        </pc:spChg>
      </pc:sldChg>
      <pc:sldChg chg="addSp delSp modSp mod">
        <pc:chgData name="Pavel Dennis" userId="d088e9375cca0060" providerId="LiveId" clId="{A9D09F45-7190-4528-B457-6D6A00256F2A}" dt="2026-09-03T17:21:17.090" v="1912" actId="478"/>
        <pc:sldMkLst>
          <pc:docMk/>
          <pc:sldMk cId="0" sldId="267"/>
        </pc:sldMkLst>
        <pc:spChg chg="del mod">
          <ac:chgData name="Pavel Dennis" userId="d088e9375cca0060" providerId="LiveId" clId="{A9D09F45-7190-4528-B457-6D6A00256F2A}" dt="2026-09-03T17:21:17.090" v="1912" actId="478"/>
          <ac:spMkLst>
            <pc:docMk/>
            <pc:sldMk cId="0" sldId="267"/>
            <ac:spMk id="8" creationId="{00000000-0000-0000-0000-000000000000}"/>
          </ac:spMkLst>
        </pc:spChg>
        <pc:spChg chg="mod">
          <ac:chgData name="Pavel Dennis" userId="d088e9375cca0060" providerId="LiveId" clId="{A9D09F45-7190-4528-B457-6D6A00256F2A}" dt="2026-08-31T23:52:34.694" v="1501" actId="1036"/>
          <ac:spMkLst>
            <pc:docMk/>
            <pc:sldMk cId="0" sldId="267"/>
            <ac:spMk id="9" creationId="{00000000-0000-0000-0000-000000000000}"/>
          </ac:spMkLst>
        </pc:spChg>
        <pc:spChg chg="mod">
          <ac:chgData name="Pavel Dennis" userId="d088e9375cca0060" providerId="LiveId" clId="{A9D09F45-7190-4528-B457-6D6A00256F2A}" dt="2026-09-01T17:08:34.264" v="1759" actId="14100"/>
          <ac:spMkLst>
            <pc:docMk/>
            <pc:sldMk cId="0" sldId="267"/>
            <ac:spMk id="10" creationId="{00000000-0000-0000-0000-000000000000}"/>
          </ac:spMkLst>
        </pc:spChg>
        <pc:spChg chg="mod">
          <ac:chgData name="Pavel Dennis" userId="d088e9375cca0060" providerId="LiveId" clId="{A9D09F45-7190-4528-B457-6D6A00256F2A}" dt="2026-08-31T23:52:34.694" v="1501" actId="1036"/>
          <ac:spMkLst>
            <pc:docMk/>
            <pc:sldMk cId="0" sldId="267"/>
            <ac:spMk id="11" creationId="{00000000-0000-0000-0000-000000000000}"/>
          </ac:spMkLst>
        </pc:spChg>
        <pc:spChg chg="mod">
          <ac:chgData name="Pavel Dennis" userId="d088e9375cca0060" providerId="LiveId" clId="{A9D09F45-7190-4528-B457-6D6A00256F2A}" dt="2026-08-31T23:52:34.694" v="1501" actId="1036"/>
          <ac:spMkLst>
            <pc:docMk/>
            <pc:sldMk cId="0" sldId="267"/>
            <ac:spMk id="12" creationId="{00000000-0000-0000-0000-000000000000}"/>
          </ac:spMkLst>
        </pc:spChg>
        <pc:spChg chg="mod">
          <ac:chgData name="Pavel Dennis" userId="d088e9375cca0060" providerId="LiveId" clId="{A9D09F45-7190-4528-B457-6D6A00256F2A}" dt="2026-08-31T23:52:34.694" v="1501" actId="1036"/>
          <ac:spMkLst>
            <pc:docMk/>
            <pc:sldMk cId="0" sldId="267"/>
            <ac:spMk id="13" creationId="{00000000-0000-0000-0000-000000000000}"/>
          </ac:spMkLst>
        </pc:spChg>
        <pc:spChg chg="mod">
          <ac:chgData name="Pavel Dennis" userId="d088e9375cca0060" providerId="LiveId" clId="{A9D09F45-7190-4528-B457-6D6A00256F2A}" dt="2026-09-01T17:08:39.251" v="1760" actId="14100"/>
          <ac:spMkLst>
            <pc:docMk/>
            <pc:sldMk cId="0" sldId="267"/>
            <ac:spMk id="14" creationId="{00000000-0000-0000-0000-000000000000}"/>
          </ac:spMkLst>
        </pc:spChg>
        <pc:spChg chg="mod">
          <ac:chgData name="Pavel Dennis" userId="d088e9375cca0060" providerId="LiveId" clId="{A9D09F45-7190-4528-B457-6D6A00256F2A}" dt="2026-08-31T23:52:34.694" v="1501" actId="1036"/>
          <ac:spMkLst>
            <pc:docMk/>
            <pc:sldMk cId="0" sldId="267"/>
            <ac:spMk id="15" creationId="{00000000-0000-0000-0000-000000000000}"/>
          </ac:spMkLst>
        </pc:spChg>
        <pc:spChg chg="mod">
          <ac:chgData name="Pavel Dennis" userId="d088e9375cca0060" providerId="LiveId" clId="{A9D09F45-7190-4528-B457-6D6A00256F2A}" dt="2026-08-31T23:52:34.694" v="1501" actId="1036"/>
          <ac:spMkLst>
            <pc:docMk/>
            <pc:sldMk cId="0" sldId="267"/>
            <ac:spMk id="16" creationId="{00000000-0000-0000-0000-000000000000}"/>
          </ac:spMkLst>
        </pc:spChg>
        <pc:spChg chg="mod">
          <ac:chgData name="Pavel Dennis" userId="d088e9375cca0060" providerId="LiveId" clId="{A9D09F45-7190-4528-B457-6D6A00256F2A}" dt="2026-08-31T23:52:34.694" v="1501" actId="1036"/>
          <ac:spMkLst>
            <pc:docMk/>
            <pc:sldMk cId="0" sldId="267"/>
            <ac:spMk id="17" creationId="{00000000-0000-0000-0000-000000000000}"/>
          </ac:spMkLst>
        </pc:spChg>
        <pc:spChg chg="mod">
          <ac:chgData name="Pavel Dennis" userId="d088e9375cca0060" providerId="LiveId" clId="{A9D09F45-7190-4528-B457-6D6A00256F2A}" dt="2026-09-01T17:08:52.030" v="1764" actId="14100"/>
          <ac:spMkLst>
            <pc:docMk/>
            <pc:sldMk cId="0" sldId="267"/>
            <ac:spMk id="18" creationId="{00000000-0000-0000-0000-000000000000}"/>
          </ac:spMkLst>
        </pc:spChg>
        <pc:spChg chg="mod">
          <ac:chgData name="Pavel Dennis" userId="d088e9375cca0060" providerId="LiveId" clId="{A9D09F45-7190-4528-B457-6D6A00256F2A}" dt="2026-09-01T17:09:11.269" v="1767" actId="14100"/>
          <ac:spMkLst>
            <pc:docMk/>
            <pc:sldMk cId="0" sldId="267"/>
            <ac:spMk id="19" creationId="{00000000-0000-0000-0000-000000000000}"/>
          </ac:spMkLst>
        </pc:spChg>
        <pc:spChg chg="add mod">
          <ac:chgData name="Pavel Dennis" userId="d088e9375cca0060" providerId="LiveId" clId="{A9D09F45-7190-4528-B457-6D6A00256F2A}" dt="2026-08-31T23:39:43.721" v="1286" actId="20577"/>
          <ac:spMkLst>
            <pc:docMk/>
            <pc:sldMk cId="0" sldId="267"/>
            <ac:spMk id="20" creationId="{5060B0B7-E024-9375-34AE-3883DCFDDF09}"/>
          </ac:spMkLst>
        </pc:spChg>
        <pc:spChg chg="add">
          <ac:chgData name="Pavel Dennis" userId="d088e9375cca0060" providerId="LiveId" clId="{A9D09F45-7190-4528-B457-6D6A00256F2A}" dt="2026-08-30T16:29:26.575" v="589" actId="22"/>
          <ac:spMkLst>
            <pc:docMk/>
            <pc:sldMk cId="0" sldId="267"/>
            <ac:spMk id="21" creationId="{6942B4B0-9F62-25E8-9DA8-6ABB42476D32}"/>
          </ac:spMkLst>
        </pc:spChg>
        <pc:spChg chg="add mod">
          <ac:chgData name="Pavel Dennis" userId="d088e9375cca0060" providerId="LiveId" clId="{A9D09F45-7190-4528-B457-6D6A00256F2A}" dt="2026-08-31T23:52:22.291" v="1482" actId="1035"/>
          <ac:spMkLst>
            <pc:docMk/>
            <pc:sldMk cId="0" sldId="267"/>
            <ac:spMk id="23" creationId="{3ECC7960-DD04-2B69-C015-8CF34DDFF68D}"/>
          </ac:spMkLst>
        </pc:spChg>
        <pc:picChg chg="add mod">
          <ac:chgData name="Pavel Dennis" userId="d088e9375cca0060" providerId="LiveId" clId="{A9D09F45-7190-4528-B457-6D6A00256F2A}" dt="2026-09-01T17:18:27.157" v="1773" actId="1076"/>
          <ac:picMkLst>
            <pc:docMk/>
            <pc:sldMk cId="0" sldId="267"/>
            <ac:picMk id="25" creationId="{E1E3F879-DF18-9F83-28B3-E2C09D07B32F}"/>
          </ac:picMkLst>
        </pc:picChg>
      </pc:sldChg>
      <pc:sldChg chg="addSp delSp modSp mod">
        <pc:chgData name="Pavel Dennis" userId="d088e9375cca0060" providerId="LiveId" clId="{A9D09F45-7190-4528-B457-6D6A00256F2A}" dt="2026-09-03T17:21:19.913" v="1913" actId="478"/>
        <pc:sldMkLst>
          <pc:docMk/>
          <pc:sldMk cId="0" sldId="268"/>
        </pc:sldMkLst>
        <pc:spChg chg="del mod">
          <ac:chgData name="Pavel Dennis" userId="d088e9375cca0060" providerId="LiveId" clId="{A9D09F45-7190-4528-B457-6D6A00256F2A}" dt="2026-09-03T17:21:19.913" v="1913" actId="478"/>
          <ac:spMkLst>
            <pc:docMk/>
            <pc:sldMk cId="0" sldId="268"/>
            <ac:spMk id="8" creationId="{00000000-0000-0000-0000-000000000000}"/>
          </ac:spMkLst>
        </pc:spChg>
        <pc:spChg chg="mod">
          <ac:chgData name="Pavel Dennis" userId="d088e9375cca0060" providerId="LiveId" clId="{A9D09F45-7190-4528-B457-6D6A00256F2A}" dt="2026-09-01T04:07:59.109" v="1568" actId="1035"/>
          <ac:spMkLst>
            <pc:docMk/>
            <pc:sldMk cId="0" sldId="268"/>
            <ac:spMk id="15" creationId="{00000000-0000-0000-0000-000000000000}"/>
          </ac:spMkLst>
        </pc:spChg>
        <pc:spChg chg="mod">
          <ac:chgData name="Pavel Dennis" userId="d088e9375cca0060" providerId="LiveId" clId="{A9D09F45-7190-4528-B457-6D6A00256F2A}" dt="2026-09-01T04:08:13.791" v="1579" actId="255"/>
          <ac:spMkLst>
            <pc:docMk/>
            <pc:sldMk cId="0" sldId="268"/>
            <ac:spMk id="16" creationId="{00000000-0000-0000-0000-000000000000}"/>
          </ac:spMkLst>
        </pc:spChg>
        <pc:spChg chg="mod">
          <ac:chgData name="Pavel Dennis" userId="d088e9375cca0060" providerId="LiveId" clId="{A9D09F45-7190-4528-B457-6D6A00256F2A}" dt="2026-09-01T04:08:35.219" v="1580" actId="14100"/>
          <ac:spMkLst>
            <pc:docMk/>
            <pc:sldMk cId="0" sldId="268"/>
            <ac:spMk id="17" creationId="{00000000-0000-0000-0000-000000000000}"/>
          </ac:spMkLst>
        </pc:spChg>
        <pc:spChg chg="mod">
          <ac:chgData name="Pavel Dennis" userId="d088e9375cca0060" providerId="LiveId" clId="{A9D09F45-7190-4528-B457-6D6A00256F2A}" dt="2026-09-01T04:08:45.825" v="1598" actId="255"/>
          <ac:spMkLst>
            <pc:docMk/>
            <pc:sldMk cId="0" sldId="268"/>
            <ac:spMk id="18" creationId="{00000000-0000-0000-0000-000000000000}"/>
          </ac:spMkLst>
        </pc:spChg>
        <pc:spChg chg="mod">
          <ac:chgData name="Pavel Dennis" userId="d088e9375cca0060" providerId="LiveId" clId="{A9D09F45-7190-4528-B457-6D6A00256F2A}" dt="2026-09-01T04:09:31.769" v="1625" actId="20577"/>
          <ac:spMkLst>
            <pc:docMk/>
            <pc:sldMk cId="0" sldId="268"/>
            <ac:spMk id="19" creationId="{00000000-0000-0000-0000-000000000000}"/>
          </ac:spMkLst>
        </pc:spChg>
        <pc:spChg chg="add mod">
          <ac:chgData name="Pavel Dennis" userId="d088e9375cca0060" providerId="LiveId" clId="{A9D09F45-7190-4528-B457-6D6A00256F2A}" dt="2026-08-31T23:40:05.372" v="1301" actId="14100"/>
          <ac:spMkLst>
            <pc:docMk/>
            <pc:sldMk cId="0" sldId="268"/>
            <ac:spMk id="20" creationId="{B6D3AC19-2DD9-3C9F-8564-B93B4315D1F2}"/>
          </ac:spMkLst>
        </pc:spChg>
        <pc:spChg chg="add">
          <ac:chgData name="Pavel Dennis" userId="d088e9375cca0060" providerId="LiveId" clId="{A9D09F45-7190-4528-B457-6D6A00256F2A}" dt="2026-08-30T16:29:36.938" v="591" actId="22"/>
          <ac:spMkLst>
            <pc:docMk/>
            <pc:sldMk cId="0" sldId="268"/>
            <ac:spMk id="21" creationId="{3F635AF6-6B64-4578-D031-C4D3E7102260}"/>
          </ac:spMkLst>
        </pc:spChg>
      </pc:sldChg>
      <pc:sldChg chg="addSp delSp modSp mod">
        <pc:chgData name="Pavel Dennis" userId="d088e9375cca0060" providerId="LiveId" clId="{A9D09F45-7190-4528-B457-6D6A00256F2A}" dt="2026-09-03T17:21:22.632" v="1914" actId="478"/>
        <pc:sldMkLst>
          <pc:docMk/>
          <pc:sldMk cId="0" sldId="269"/>
        </pc:sldMkLst>
        <pc:spChg chg="del mod">
          <ac:chgData name="Pavel Dennis" userId="d088e9375cca0060" providerId="LiveId" clId="{A9D09F45-7190-4528-B457-6D6A00256F2A}" dt="2026-09-03T17:21:22.632" v="1914" actId="478"/>
          <ac:spMkLst>
            <pc:docMk/>
            <pc:sldMk cId="0" sldId="269"/>
            <ac:spMk id="8" creationId="{00000000-0000-0000-0000-000000000000}"/>
          </ac:spMkLst>
        </pc:spChg>
        <pc:spChg chg="mod">
          <ac:chgData name="Pavel Dennis" userId="d088e9375cca0060" providerId="LiveId" clId="{A9D09F45-7190-4528-B457-6D6A00256F2A}" dt="2026-09-01T04:11:45.890" v="1665" actId="255"/>
          <ac:spMkLst>
            <pc:docMk/>
            <pc:sldMk cId="0" sldId="269"/>
            <ac:spMk id="16" creationId="{00000000-0000-0000-0000-000000000000}"/>
          </ac:spMkLst>
        </pc:spChg>
        <pc:spChg chg="mod">
          <ac:chgData name="Pavel Dennis" userId="d088e9375cca0060" providerId="LiveId" clId="{A9D09F45-7190-4528-B457-6D6A00256F2A}" dt="2026-09-01T04:10:06.135" v="1637" actId="1038"/>
          <ac:spMkLst>
            <pc:docMk/>
            <pc:sldMk cId="0" sldId="269"/>
            <ac:spMk id="17" creationId="{00000000-0000-0000-0000-000000000000}"/>
          </ac:spMkLst>
        </pc:spChg>
        <pc:spChg chg="mod">
          <ac:chgData name="Pavel Dennis" userId="d088e9375cca0060" providerId="LiveId" clId="{A9D09F45-7190-4528-B457-6D6A00256F2A}" dt="2026-09-01T04:10:26.068" v="1661" actId="1038"/>
          <ac:spMkLst>
            <pc:docMk/>
            <pc:sldMk cId="0" sldId="269"/>
            <ac:spMk id="18" creationId="{00000000-0000-0000-0000-000000000000}"/>
          </ac:spMkLst>
        </pc:spChg>
        <pc:spChg chg="mod">
          <ac:chgData name="Pavel Dennis" userId="d088e9375cca0060" providerId="LiveId" clId="{A9D09F45-7190-4528-B457-6D6A00256F2A}" dt="2026-09-01T04:10:17.500" v="1649" actId="1038"/>
          <ac:spMkLst>
            <pc:docMk/>
            <pc:sldMk cId="0" sldId="269"/>
            <ac:spMk id="19" creationId="{00000000-0000-0000-0000-000000000000}"/>
          </ac:spMkLst>
        </pc:spChg>
        <pc:spChg chg="add mod">
          <ac:chgData name="Pavel Dennis" userId="d088e9375cca0060" providerId="LiveId" clId="{A9D09F45-7190-4528-B457-6D6A00256F2A}" dt="2026-08-31T23:40:32.328" v="1310" actId="20577"/>
          <ac:spMkLst>
            <pc:docMk/>
            <pc:sldMk cId="0" sldId="269"/>
            <ac:spMk id="20" creationId="{DB408FF1-E7A6-C5B1-20AC-A98734AFF08D}"/>
          </ac:spMkLst>
        </pc:spChg>
        <pc:spChg chg="add">
          <ac:chgData name="Pavel Dennis" userId="d088e9375cca0060" providerId="LiveId" clId="{A9D09F45-7190-4528-B457-6D6A00256F2A}" dt="2026-08-30T16:29:42.974" v="593" actId="22"/>
          <ac:spMkLst>
            <pc:docMk/>
            <pc:sldMk cId="0" sldId="269"/>
            <ac:spMk id="21" creationId="{86075F8D-58DD-2921-2BD4-E94A274188FA}"/>
          </ac:spMkLst>
        </pc:spChg>
      </pc:sldChg>
      <pc:sldChg chg="addSp delSp modSp mod">
        <pc:chgData name="Pavel Dennis" userId="d088e9375cca0060" providerId="LiveId" clId="{A9D09F45-7190-4528-B457-6D6A00256F2A}" dt="2026-09-03T17:21:25.033" v="1915" actId="478"/>
        <pc:sldMkLst>
          <pc:docMk/>
          <pc:sldMk cId="0" sldId="270"/>
        </pc:sldMkLst>
        <pc:spChg chg="del mod">
          <ac:chgData name="Pavel Dennis" userId="d088e9375cca0060" providerId="LiveId" clId="{A9D09F45-7190-4528-B457-6D6A00256F2A}" dt="2026-09-03T17:21:25.033" v="1915" actId="478"/>
          <ac:spMkLst>
            <pc:docMk/>
            <pc:sldMk cId="0" sldId="270"/>
            <ac:spMk id="8" creationId="{00000000-0000-0000-0000-000000000000}"/>
          </ac:spMkLst>
        </pc:spChg>
        <pc:spChg chg="mod">
          <ac:chgData name="Pavel Dennis" userId="d088e9375cca0060" providerId="LiveId" clId="{A9D09F45-7190-4528-B457-6D6A00256F2A}" dt="2026-09-01T04:13:36.898" v="1670" actId="20577"/>
          <ac:spMkLst>
            <pc:docMk/>
            <pc:sldMk cId="0" sldId="270"/>
            <ac:spMk id="17" creationId="{00000000-0000-0000-0000-000000000000}"/>
          </ac:spMkLst>
        </pc:spChg>
        <pc:spChg chg="mod">
          <ac:chgData name="Pavel Dennis" userId="d088e9375cca0060" providerId="LiveId" clId="{A9D09F45-7190-4528-B457-6D6A00256F2A}" dt="2026-09-01T04:13:46.124" v="1672" actId="123"/>
          <ac:spMkLst>
            <pc:docMk/>
            <pc:sldMk cId="0" sldId="270"/>
            <ac:spMk id="20" creationId="{00000000-0000-0000-0000-000000000000}"/>
          </ac:spMkLst>
        </pc:spChg>
        <pc:spChg chg="add mod">
          <ac:chgData name="Pavel Dennis" userId="d088e9375cca0060" providerId="LiveId" clId="{A9D09F45-7190-4528-B457-6D6A00256F2A}" dt="2026-08-31T23:41:30.595" v="1360" actId="14100"/>
          <ac:spMkLst>
            <pc:docMk/>
            <pc:sldMk cId="0" sldId="270"/>
            <ac:spMk id="22" creationId="{085C0755-E60F-C227-F40E-47BF86C5A82F}"/>
          </ac:spMkLst>
        </pc:spChg>
        <pc:spChg chg="add">
          <ac:chgData name="Pavel Dennis" userId="d088e9375cca0060" providerId="LiveId" clId="{A9D09F45-7190-4528-B457-6D6A00256F2A}" dt="2026-08-30T16:29:48.004" v="595" actId="22"/>
          <ac:spMkLst>
            <pc:docMk/>
            <pc:sldMk cId="0" sldId="270"/>
            <ac:spMk id="23" creationId="{4F6011CE-7B20-E5B6-7E1F-BD4262A0A098}"/>
          </ac:spMkLst>
        </pc:spChg>
      </pc:sldChg>
      <pc:sldChg chg="addSp delSp modSp mod">
        <pc:chgData name="Pavel Dennis" userId="d088e9375cca0060" providerId="LiveId" clId="{A9D09F45-7190-4528-B457-6D6A00256F2A}" dt="2026-09-03T17:21:27.467" v="1916" actId="478"/>
        <pc:sldMkLst>
          <pc:docMk/>
          <pc:sldMk cId="0" sldId="271"/>
        </pc:sldMkLst>
        <pc:spChg chg="del mod">
          <ac:chgData name="Pavel Dennis" userId="d088e9375cca0060" providerId="LiveId" clId="{A9D09F45-7190-4528-B457-6D6A00256F2A}" dt="2026-09-03T17:21:27.467" v="1916" actId="478"/>
          <ac:spMkLst>
            <pc:docMk/>
            <pc:sldMk cId="0" sldId="271"/>
            <ac:spMk id="8" creationId="{00000000-0000-0000-0000-000000000000}"/>
          </ac:spMkLst>
        </pc:spChg>
        <pc:spChg chg="add">
          <ac:chgData name="Pavel Dennis" userId="d088e9375cca0060" providerId="LiveId" clId="{A9D09F45-7190-4528-B457-6D6A00256F2A}" dt="2026-08-30T16:29:53.794" v="597" actId="22"/>
          <ac:spMkLst>
            <pc:docMk/>
            <pc:sldMk cId="0" sldId="271"/>
            <ac:spMk id="18" creationId="{8C23862A-0D62-E6F4-F3C0-201C04808022}"/>
          </ac:spMkLst>
        </pc:spChg>
        <pc:graphicFrameChg chg="mod">
          <ac:chgData name="Pavel Dennis" userId="d088e9375cca0060" providerId="LiveId" clId="{A9D09F45-7190-4528-B457-6D6A00256F2A}" dt="2026-09-01T17:24:38.491" v="1792" actId="20577"/>
          <ac:graphicFrameMkLst>
            <pc:docMk/>
            <pc:sldMk cId="0" sldId="271"/>
            <ac:graphicFrameMk id="9" creationId="{00000000-0000-0000-0000-000000000000}"/>
          </ac:graphicFrameMkLst>
        </pc:graphicFrameChg>
      </pc:sldChg>
      <pc:sldChg chg="modSp mod">
        <pc:chgData name="Pavel Dennis" userId="d088e9375cca0060" providerId="LiveId" clId="{A9D09F45-7190-4528-B457-6D6A00256F2A}" dt="2026-09-01T17:24:59.892" v="1794" actId="14100"/>
        <pc:sldMkLst>
          <pc:docMk/>
          <pc:sldMk cId="0" sldId="272"/>
        </pc:sldMkLst>
        <pc:spChg chg="mod">
          <ac:chgData name="Pavel Dennis" userId="d088e9375cca0060" providerId="LiveId" clId="{A9D09F45-7190-4528-B457-6D6A00256F2A}" dt="2026-09-01T17:24:59.892" v="1794" actId="14100"/>
          <ac:spMkLst>
            <pc:docMk/>
            <pc:sldMk cId="0" sldId="272"/>
            <ac:spMk id="6" creationId="{00000000-0000-0000-0000-000000000000}"/>
          </ac:spMkLst>
        </pc:spChg>
      </pc:sldChg>
      <pc:sldChg chg="addSp delSp mod">
        <pc:chgData name="Pavel Dennis" userId="d088e9375cca0060" providerId="LiveId" clId="{A9D09F45-7190-4528-B457-6D6A00256F2A}" dt="2026-09-03T17:23:38.424" v="1918" actId="478"/>
        <pc:sldMkLst>
          <pc:docMk/>
          <pc:sldMk cId="0" sldId="273"/>
        </pc:sldMkLst>
        <pc:spChg chg="del">
          <ac:chgData name="Pavel Dennis" userId="d088e9375cca0060" providerId="LiveId" clId="{A9D09F45-7190-4528-B457-6D6A00256F2A}" dt="2026-09-03T17:23:38.424" v="1918" actId="478"/>
          <ac:spMkLst>
            <pc:docMk/>
            <pc:sldMk cId="0" sldId="273"/>
            <ac:spMk id="8" creationId="{00000000-0000-0000-0000-000000000000}"/>
          </ac:spMkLst>
        </pc:spChg>
        <pc:spChg chg="add">
          <ac:chgData name="Pavel Dennis" userId="d088e9375cca0060" providerId="LiveId" clId="{A9D09F45-7190-4528-B457-6D6A00256F2A}" dt="2026-08-30T16:30:01.559" v="599" actId="22"/>
          <ac:spMkLst>
            <pc:docMk/>
            <pc:sldMk cId="0" sldId="273"/>
            <ac:spMk id="38" creationId="{68F84F07-35E2-2D9F-1AE3-F5AB04485EFB}"/>
          </ac:spMkLst>
        </pc:spChg>
      </pc:sldChg>
      <pc:sldChg chg="addSp delSp modSp mod">
        <pc:chgData name="Pavel Dennis" userId="d088e9375cca0060" providerId="LiveId" clId="{A9D09F45-7190-4528-B457-6D6A00256F2A}" dt="2026-09-03T19:29:22.933" v="2517" actId="6549"/>
        <pc:sldMkLst>
          <pc:docMk/>
          <pc:sldMk cId="0" sldId="274"/>
        </pc:sldMkLst>
        <pc:spChg chg="add mod">
          <ac:chgData name="Pavel Dennis" userId="d088e9375cca0060" providerId="LiveId" clId="{A9D09F45-7190-4528-B457-6D6A00256F2A}" dt="2026-09-03T19:28:07.647" v="2494" actId="1036"/>
          <ac:spMkLst>
            <pc:docMk/>
            <pc:sldMk cId="0" sldId="274"/>
            <ac:spMk id="7" creationId="{EEA62096-818F-7403-AD25-7D160536CB48}"/>
          </ac:spMkLst>
        </pc:spChg>
        <pc:spChg chg="del">
          <ac:chgData name="Pavel Dennis" userId="d088e9375cca0060" providerId="LiveId" clId="{A9D09F45-7190-4528-B457-6D6A00256F2A}" dt="2026-09-03T17:23:41.650" v="1919" actId="478"/>
          <ac:spMkLst>
            <pc:docMk/>
            <pc:sldMk cId="0" sldId="274"/>
            <ac:spMk id="8" creationId="{00000000-0000-0000-0000-000000000000}"/>
          </ac:spMkLst>
        </pc:spChg>
        <pc:spChg chg="mod">
          <ac:chgData name="Pavel Dennis" userId="d088e9375cca0060" providerId="LiveId" clId="{A9D09F45-7190-4528-B457-6D6A00256F2A}" dt="2026-09-03T19:28:07.647" v="2494" actId="1036"/>
          <ac:spMkLst>
            <pc:docMk/>
            <pc:sldMk cId="0" sldId="274"/>
            <ac:spMk id="9" creationId="{00000000-0000-0000-0000-000000000000}"/>
          </ac:spMkLst>
        </pc:spChg>
        <pc:spChg chg="mod">
          <ac:chgData name="Pavel Dennis" userId="d088e9375cca0060" providerId="LiveId" clId="{A9D09F45-7190-4528-B457-6D6A00256F2A}" dt="2026-09-03T19:28:07.647" v="2494" actId="1036"/>
          <ac:spMkLst>
            <pc:docMk/>
            <pc:sldMk cId="0" sldId="274"/>
            <ac:spMk id="12" creationId="{00000000-0000-0000-0000-000000000000}"/>
          </ac:spMkLst>
        </pc:spChg>
        <pc:spChg chg="mod">
          <ac:chgData name="Pavel Dennis" userId="d088e9375cca0060" providerId="LiveId" clId="{A9D09F45-7190-4528-B457-6D6A00256F2A}" dt="2026-09-03T19:26:55.965" v="2457" actId="1036"/>
          <ac:spMkLst>
            <pc:docMk/>
            <pc:sldMk cId="0" sldId="274"/>
            <ac:spMk id="13" creationId="{00000000-0000-0000-0000-000000000000}"/>
          </ac:spMkLst>
        </pc:spChg>
        <pc:spChg chg="mod">
          <ac:chgData name="Pavel Dennis" userId="d088e9375cca0060" providerId="LiveId" clId="{A9D09F45-7190-4528-B457-6D6A00256F2A}" dt="2026-09-03T19:28:07.647" v="2494" actId="1036"/>
          <ac:spMkLst>
            <pc:docMk/>
            <pc:sldMk cId="0" sldId="274"/>
            <ac:spMk id="14" creationId="{00000000-0000-0000-0000-000000000000}"/>
          </ac:spMkLst>
        </pc:spChg>
        <pc:spChg chg="mod">
          <ac:chgData name="Pavel Dennis" userId="d088e9375cca0060" providerId="LiveId" clId="{A9D09F45-7190-4528-B457-6D6A00256F2A}" dt="2026-09-03T19:28:07.647" v="2494" actId="1036"/>
          <ac:spMkLst>
            <pc:docMk/>
            <pc:sldMk cId="0" sldId="274"/>
            <ac:spMk id="15" creationId="{00000000-0000-0000-0000-000000000000}"/>
          </ac:spMkLst>
        </pc:spChg>
        <pc:spChg chg="mod">
          <ac:chgData name="Pavel Dennis" userId="d088e9375cca0060" providerId="LiveId" clId="{A9D09F45-7190-4528-B457-6D6A00256F2A}" dt="2026-09-03T19:28:07.647" v="2494" actId="1036"/>
          <ac:spMkLst>
            <pc:docMk/>
            <pc:sldMk cId="0" sldId="274"/>
            <ac:spMk id="16" creationId="{00000000-0000-0000-0000-000000000000}"/>
          </ac:spMkLst>
        </pc:spChg>
        <pc:spChg chg="mod">
          <ac:chgData name="Pavel Dennis" userId="d088e9375cca0060" providerId="LiveId" clId="{A9D09F45-7190-4528-B457-6D6A00256F2A}" dt="2026-09-03T19:28:07.647" v="2494" actId="1036"/>
          <ac:spMkLst>
            <pc:docMk/>
            <pc:sldMk cId="0" sldId="274"/>
            <ac:spMk id="17" creationId="{00000000-0000-0000-0000-000000000000}"/>
          </ac:spMkLst>
        </pc:spChg>
        <pc:spChg chg="mod">
          <ac:chgData name="Pavel Dennis" userId="d088e9375cca0060" providerId="LiveId" clId="{A9D09F45-7190-4528-B457-6D6A00256F2A}" dt="2026-09-03T19:28:07.647" v="2494" actId="1036"/>
          <ac:spMkLst>
            <pc:docMk/>
            <pc:sldMk cId="0" sldId="274"/>
            <ac:spMk id="20" creationId="{00000000-0000-0000-0000-000000000000}"/>
          </ac:spMkLst>
        </pc:spChg>
        <pc:spChg chg="mod">
          <ac:chgData name="Pavel Dennis" userId="d088e9375cca0060" providerId="LiveId" clId="{A9D09F45-7190-4528-B457-6D6A00256F2A}" dt="2026-09-03T19:28:07.647" v="2494" actId="1036"/>
          <ac:spMkLst>
            <pc:docMk/>
            <pc:sldMk cId="0" sldId="274"/>
            <ac:spMk id="21" creationId="{00000000-0000-0000-0000-000000000000}"/>
          </ac:spMkLst>
        </pc:spChg>
        <pc:spChg chg="mod">
          <ac:chgData name="Pavel Dennis" userId="d088e9375cca0060" providerId="LiveId" clId="{A9D09F45-7190-4528-B457-6D6A00256F2A}" dt="2026-09-03T19:28:07.647" v="2494" actId="1036"/>
          <ac:spMkLst>
            <pc:docMk/>
            <pc:sldMk cId="0" sldId="274"/>
            <ac:spMk id="22" creationId="{00000000-0000-0000-0000-000000000000}"/>
          </ac:spMkLst>
        </pc:spChg>
        <pc:spChg chg="add">
          <ac:chgData name="Pavel Dennis" userId="d088e9375cca0060" providerId="LiveId" clId="{A9D09F45-7190-4528-B457-6D6A00256F2A}" dt="2026-08-30T16:30:06.381" v="601" actId="22"/>
          <ac:spMkLst>
            <pc:docMk/>
            <pc:sldMk cId="0" sldId="274"/>
            <ac:spMk id="24" creationId="{34A75CBF-4186-12F9-565F-EF9F8E07B1A3}"/>
          </ac:spMkLst>
        </pc:spChg>
        <pc:spChg chg="add mod">
          <ac:chgData name="Pavel Dennis" userId="d088e9375cca0060" providerId="LiveId" clId="{A9D09F45-7190-4528-B457-6D6A00256F2A}" dt="2026-09-03T19:29:22.933" v="2517" actId="6549"/>
          <ac:spMkLst>
            <pc:docMk/>
            <pc:sldMk cId="0" sldId="274"/>
            <ac:spMk id="25" creationId="{72F389C4-0B26-601A-F93E-79EDB36F31EC}"/>
          </ac:spMkLst>
        </pc:spChg>
      </pc:sldChg>
      <pc:sldChg chg="addSp delSp modSp mod">
        <pc:chgData name="Pavel Dennis" userId="d088e9375cca0060" providerId="LiveId" clId="{A9D09F45-7190-4528-B457-6D6A00256F2A}" dt="2026-09-03T19:32:38.089" v="2617" actId="255"/>
        <pc:sldMkLst>
          <pc:docMk/>
          <pc:sldMk cId="0" sldId="275"/>
        </pc:sldMkLst>
        <pc:spChg chg="add mod">
          <ac:chgData name="Pavel Dennis" userId="d088e9375cca0060" providerId="LiveId" clId="{A9D09F45-7190-4528-B457-6D6A00256F2A}" dt="2026-09-03T19:30:50.457" v="2559" actId="14100"/>
          <ac:spMkLst>
            <pc:docMk/>
            <pc:sldMk cId="0" sldId="275"/>
            <ac:spMk id="7" creationId="{C452AB7C-7D8C-BBF3-C79F-42385D9CBEE6}"/>
          </ac:spMkLst>
        </pc:spChg>
        <pc:spChg chg="del">
          <ac:chgData name="Pavel Dennis" userId="d088e9375cca0060" providerId="LiveId" clId="{A9D09F45-7190-4528-B457-6D6A00256F2A}" dt="2026-09-03T17:23:44.658" v="1920" actId="478"/>
          <ac:spMkLst>
            <pc:docMk/>
            <pc:sldMk cId="0" sldId="275"/>
            <ac:spMk id="8" creationId="{00000000-0000-0000-0000-000000000000}"/>
          </ac:spMkLst>
        </pc:spChg>
        <pc:spChg chg="mod">
          <ac:chgData name="Pavel Dennis" userId="d088e9375cca0060" providerId="LiveId" clId="{A9D09F45-7190-4528-B457-6D6A00256F2A}" dt="2026-09-03T19:32:28.120" v="2615" actId="1036"/>
          <ac:spMkLst>
            <pc:docMk/>
            <pc:sldMk cId="0" sldId="275"/>
            <ac:spMk id="9" creationId="{00000000-0000-0000-0000-000000000000}"/>
          </ac:spMkLst>
        </pc:spChg>
        <pc:spChg chg="mod">
          <ac:chgData name="Pavel Dennis" userId="d088e9375cca0060" providerId="LiveId" clId="{A9D09F45-7190-4528-B457-6D6A00256F2A}" dt="2026-09-03T19:32:13.384" v="2603" actId="1036"/>
          <ac:spMkLst>
            <pc:docMk/>
            <pc:sldMk cId="0" sldId="275"/>
            <ac:spMk id="10" creationId="{00000000-0000-0000-0000-000000000000}"/>
          </ac:spMkLst>
        </pc:spChg>
        <pc:spChg chg="mod">
          <ac:chgData name="Pavel Dennis" userId="d088e9375cca0060" providerId="LiveId" clId="{A9D09F45-7190-4528-B457-6D6A00256F2A}" dt="2026-09-03T19:32:28.120" v="2615" actId="1036"/>
          <ac:spMkLst>
            <pc:docMk/>
            <pc:sldMk cId="0" sldId="275"/>
            <ac:spMk id="11" creationId="{00000000-0000-0000-0000-000000000000}"/>
          </ac:spMkLst>
        </pc:spChg>
        <pc:spChg chg="mod">
          <ac:chgData name="Pavel Dennis" userId="d088e9375cca0060" providerId="LiveId" clId="{A9D09F45-7190-4528-B457-6D6A00256F2A}" dt="2026-09-03T19:32:05.858" v="2590" actId="1036"/>
          <ac:spMkLst>
            <pc:docMk/>
            <pc:sldMk cId="0" sldId="275"/>
            <ac:spMk id="12" creationId="{00000000-0000-0000-0000-000000000000}"/>
          </ac:spMkLst>
        </pc:spChg>
        <pc:spChg chg="mod">
          <ac:chgData name="Pavel Dennis" userId="d088e9375cca0060" providerId="LiveId" clId="{A9D09F45-7190-4528-B457-6D6A00256F2A}" dt="2026-09-03T19:32:28.120" v="2615" actId="1036"/>
          <ac:spMkLst>
            <pc:docMk/>
            <pc:sldMk cId="0" sldId="275"/>
            <ac:spMk id="13" creationId="{00000000-0000-0000-0000-000000000000}"/>
          </ac:spMkLst>
        </pc:spChg>
        <pc:spChg chg="mod">
          <ac:chgData name="Pavel Dennis" userId="d088e9375cca0060" providerId="LiveId" clId="{A9D09F45-7190-4528-B457-6D6A00256F2A}" dt="2026-09-03T19:32:28.120" v="2615" actId="1036"/>
          <ac:spMkLst>
            <pc:docMk/>
            <pc:sldMk cId="0" sldId="275"/>
            <ac:spMk id="14" creationId="{00000000-0000-0000-0000-000000000000}"/>
          </ac:spMkLst>
        </pc:spChg>
        <pc:spChg chg="mod">
          <ac:chgData name="Pavel Dennis" userId="d088e9375cca0060" providerId="LiveId" clId="{A9D09F45-7190-4528-B457-6D6A00256F2A}" dt="2026-09-03T19:32:28.120" v="2615" actId="1036"/>
          <ac:spMkLst>
            <pc:docMk/>
            <pc:sldMk cId="0" sldId="275"/>
            <ac:spMk id="15" creationId="{00000000-0000-0000-0000-000000000000}"/>
          </ac:spMkLst>
        </pc:spChg>
        <pc:spChg chg="mod">
          <ac:chgData name="Pavel Dennis" userId="d088e9375cca0060" providerId="LiveId" clId="{A9D09F45-7190-4528-B457-6D6A00256F2A}" dt="2026-09-03T19:32:05.858" v="2590" actId="1036"/>
          <ac:spMkLst>
            <pc:docMk/>
            <pc:sldMk cId="0" sldId="275"/>
            <ac:spMk id="16" creationId="{00000000-0000-0000-0000-000000000000}"/>
          </ac:spMkLst>
        </pc:spChg>
        <pc:spChg chg="mod">
          <ac:chgData name="Pavel Dennis" userId="d088e9375cca0060" providerId="LiveId" clId="{A9D09F45-7190-4528-B457-6D6A00256F2A}" dt="2026-09-03T19:32:28.120" v="2615" actId="1036"/>
          <ac:spMkLst>
            <pc:docMk/>
            <pc:sldMk cId="0" sldId="275"/>
            <ac:spMk id="17" creationId="{00000000-0000-0000-0000-000000000000}"/>
          </ac:spMkLst>
        </pc:spChg>
        <pc:spChg chg="mod">
          <ac:chgData name="Pavel Dennis" userId="d088e9375cca0060" providerId="LiveId" clId="{A9D09F45-7190-4528-B457-6D6A00256F2A}" dt="2026-09-03T19:32:28.120" v="2615" actId="1036"/>
          <ac:spMkLst>
            <pc:docMk/>
            <pc:sldMk cId="0" sldId="275"/>
            <ac:spMk id="18" creationId="{00000000-0000-0000-0000-000000000000}"/>
          </ac:spMkLst>
        </pc:spChg>
        <pc:spChg chg="mod">
          <ac:chgData name="Pavel Dennis" userId="d088e9375cca0060" providerId="LiveId" clId="{A9D09F45-7190-4528-B457-6D6A00256F2A}" dt="2026-09-03T19:32:28.120" v="2615" actId="1036"/>
          <ac:spMkLst>
            <pc:docMk/>
            <pc:sldMk cId="0" sldId="275"/>
            <ac:spMk id="19" creationId="{00000000-0000-0000-0000-000000000000}"/>
          </ac:spMkLst>
        </pc:spChg>
        <pc:spChg chg="mod">
          <ac:chgData name="Pavel Dennis" userId="d088e9375cca0060" providerId="LiveId" clId="{A9D09F45-7190-4528-B457-6D6A00256F2A}" dt="2026-09-03T19:32:28.120" v="2615" actId="1036"/>
          <ac:spMkLst>
            <pc:docMk/>
            <pc:sldMk cId="0" sldId="275"/>
            <ac:spMk id="20" creationId="{00000000-0000-0000-0000-000000000000}"/>
          </ac:spMkLst>
        </pc:spChg>
        <pc:spChg chg="mod">
          <ac:chgData name="Pavel Dennis" userId="d088e9375cca0060" providerId="LiveId" clId="{A9D09F45-7190-4528-B457-6D6A00256F2A}" dt="2026-09-03T19:32:28.120" v="2615" actId="1036"/>
          <ac:spMkLst>
            <pc:docMk/>
            <pc:sldMk cId="0" sldId="275"/>
            <ac:spMk id="21" creationId="{00000000-0000-0000-0000-000000000000}"/>
          </ac:spMkLst>
        </pc:spChg>
        <pc:spChg chg="add">
          <ac:chgData name="Pavel Dennis" userId="d088e9375cca0060" providerId="LiveId" clId="{A9D09F45-7190-4528-B457-6D6A00256F2A}" dt="2026-08-30T16:30:12.228" v="603" actId="22"/>
          <ac:spMkLst>
            <pc:docMk/>
            <pc:sldMk cId="0" sldId="275"/>
            <ac:spMk id="24" creationId="{A1E466D5-CD29-3AA6-9FE4-EC9CDBB63130}"/>
          </ac:spMkLst>
        </pc:spChg>
        <pc:spChg chg="add mod">
          <ac:chgData name="Pavel Dennis" userId="d088e9375cca0060" providerId="LiveId" clId="{A9D09F45-7190-4528-B457-6D6A00256F2A}" dt="2026-09-03T19:32:38.089" v="2617" actId="255"/>
          <ac:spMkLst>
            <pc:docMk/>
            <pc:sldMk cId="0" sldId="275"/>
            <ac:spMk id="25" creationId="{59FE2501-677C-0014-4990-3ED0CA2B3A4B}"/>
          </ac:spMkLst>
        </pc:spChg>
      </pc:sldChg>
      <pc:sldChg chg="addSp delSp modSp mod">
        <pc:chgData name="Pavel Dennis" userId="d088e9375cca0060" providerId="LiveId" clId="{A9D09F45-7190-4528-B457-6D6A00256F2A}" dt="2026-09-03T19:41:41.410" v="2714" actId="1036"/>
        <pc:sldMkLst>
          <pc:docMk/>
          <pc:sldMk cId="0" sldId="276"/>
        </pc:sldMkLst>
        <pc:spChg chg="add">
          <ac:chgData name="Pavel Dennis" userId="d088e9375cca0060" providerId="LiveId" clId="{A9D09F45-7190-4528-B457-6D6A00256F2A}" dt="2026-09-03T19:35:31.458" v="2618" actId="22"/>
          <ac:spMkLst>
            <pc:docMk/>
            <pc:sldMk cId="0" sldId="276"/>
            <ac:spMk id="7" creationId="{652FAA9E-64DD-4222-4720-9D8916A1E453}"/>
          </ac:spMkLst>
        </pc:spChg>
        <pc:spChg chg="del">
          <ac:chgData name="Pavel Dennis" userId="d088e9375cca0060" providerId="LiveId" clId="{A9D09F45-7190-4528-B457-6D6A00256F2A}" dt="2026-09-03T17:23:47.109" v="1921" actId="478"/>
          <ac:spMkLst>
            <pc:docMk/>
            <pc:sldMk cId="0" sldId="276"/>
            <ac:spMk id="8" creationId="{00000000-0000-0000-0000-000000000000}"/>
          </ac:spMkLst>
        </pc:spChg>
        <pc:spChg chg="del mod">
          <ac:chgData name="Pavel Dennis" userId="d088e9375cca0060" providerId="LiveId" clId="{A9D09F45-7190-4528-B457-6D6A00256F2A}" dt="2026-09-03T19:37:51.184" v="2659" actId="478"/>
          <ac:spMkLst>
            <pc:docMk/>
            <pc:sldMk cId="0" sldId="276"/>
            <ac:spMk id="9" creationId="{00000000-0000-0000-0000-000000000000}"/>
          </ac:spMkLst>
        </pc:spChg>
        <pc:spChg chg="del">
          <ac:chgData name="Pavel Dennis" userId="d088e9375cca0060" providerId="LiveId" clId="{A9D09F45-7190-4528-B457-6D6A00256F2A}" dt="2026-09-03T19:40:10.118" v="2677" actId="478"/>
          <ac:spMkLst>
            <pc:docMk/>
            <pc:sldMk cId="0" sldId="276"/>
            <ac:spMk id="10" creationId="{00000000-0000-0000-0000-000000000000}"/>
          </ac:spMkLst>
        </pc:spChg>
        <pc:spChg chg="del">
          <ac:chgData name="Pavel Dennis" userId="d088e9375cca0060" providerId="LiveId" clId="{A9D09F45-7190-4528-B457-6D6A00256F2A}" dt="2026-09-03T19:40:10.118" v="2677" actId="478"/>
          <ac:spMkLst>
            <pc:docMk/>
            <pc:sldMk cId="0" sldId="276"/>
            <ac:spMk id="11" creationId="{00000000-0000-0000-0000-000000000000}"/>
          </ac:spMkLst>
        </pc:spChg>
        <pc:spChg chg="del">
          <ac:chgData name="Pavel Dennis" userId="d088e9375cca0060" providerId="LiveId" clId="{A9D09F45-7190-4528-B457-6D6A00256F2A}" dt="2026-09-03T19:40:10.118" v="2677" actId="478"/>
          <ac:spMkLst>
            <pc:docMk/>
            <pc:sldMk cId="0" sldId="276"/>
            <ac:spMk id="12" creationId="{00000000-0000-0000-0000-000000000000}"/>
          </ac:spMkLst>
        </pc:spChg>
        <pc:spChg chg="del">
          <ac:chgData name="Pavel Dennis" userId="d088e9375cca0060" providerId="LiveId" clId="{A9D09F45-7190-4528-B457-6D6A00256F2A}" dt="2026-09-03T19:40:10.118" v="2677" actId="478"/>
          <ac:spMkLst>
            <pc:docMk/>
            <pc:sldMk cId="0" sldId="276"/>
            <ac:spMk id="13" creationId="{00000000-0000-0000-0000-000000000000}"/>
          </ac:spMkLst>
        </pc:spChg>
        <pc:spChg chg="del">
          <ac:chgData name="Pavel Dennis" userId="d088e9375cca0060" providerId="LiveId" clId="{A9D09F45-7190-4528-B457-6D6A00256F2A}" dt="2026-09-03T19:40:10.118" v="2677" actId="478"/>
          <ac:spMkLst>
            <pc:docMk/>
            <pc:sldMk cId="0" sldId="276"/>
            <ac:spMk id="14" creationId="{00000000-0000-0000-0000-000000000000}"/>
          </ac:spMkLst>
        </pc:spChg>
        <pc:spChg chg="del">
          <ac:chgData name="Pavel Dennis" userId="d088e9375cca0060" providerId="LiveId" clId="{A9D09F45-7190-4528-B457-6D6A00256F2A}" dt="2026-09-03T19:40:10.118" v="2677" actId="478"/>
          <ac:spMkLst>
            <pc:docMk/>
            <pc:sldMk cId="0" sldId="276"/>
            <ac:spMk id="15" creationId="{00000000-0000-0000-0000-000000000000}"/>
          </ac:spMkLst>
        </pc:spChg>
        <pc:spChg chg="del mod">
          <ac:chgData name="Pavel Dennis" userId="d088e9375cca0060" providerId="LiveId" clId="{A9D09F45-7190-4528-B457-6D6A00256F2A}" dt="2026-09-03T19:40:10.118" v="2677" actId="478"/>
          <ac:spMkLst>
            <pc:docMk/>
            <pc:sldMk cId="0" sldId="276"/>
            <ac:spMk id="16" creationId="{00000000-0000-0000-0000-000000000000}"/>
          </ac:spMkLst>
        </pc:spChg>
        <pc:spChg chg="del">
          <ac:chgData name="Pavel Dennis" userId="d088e9375cca0060" providerId="LiveId" clId="{A9D09F45-7190-4528-B457-6D6A00256F2A}" dt="2026-09-03T19:40:10.118" v="2677" actId="478"/>
          <ac:spMkLst>
            <pc:docMk/>
            <pc:sldMk cId="0" sldId="276"/>
            <ac:spMk id="17" creationId="{00000000-0000-0000-0000-000000000000}"/>
          </ac:spMkLst>
        </pc:spChg>
        <pc:spChg chg="mod">
          <ac:chgData name="Pavel Dennis" userId="d088e9375cca0060" providerId="LiveId" clId="{A9D09F45-7190-4528-B457-6D6A00256F2A}" dt="2026-09-03T19:36:40.137" v="2643" actId="1036"/>
          <ac:spMkLst>
            <pc:docMk/>
            <pc:sldMk cId="0" sldId="276"/>
            <ac:spMk id="18" creationId="{00000000-0000-0000-0000-000000000000}"/>
          </ac:spMkLst>
        </pc:spChg>
        <pc:spChg chg="mod">
          <ac:chgData name="Pavel Dennis" userId="d088e9375cca0060" providerId="LiveId" clId="{A9D09F45-7190-4528-B457-6D6A00256F2A}" dt="2026-09-03T19:36:40.137" v="2643" actId="1036"/>
          <ac:spMkLst>
            <pc:docMk/>
            <pc:sldMk cId="0" sldId="276"/>
            <ac:spMk id="19" creationId="{00000000-0000-0000-0000-000000000000}"/>
          </ac:spMkLst>
        </pc:spChg>
        <pc:spChg chg="mod">
          <ac:chgData name="Pavel Dennis" userId="d088e9375cca0060" providerId="LiveId" clId="{A9D09F45-7190-4528-B457-6D6A00256F2A}" dt="2026-09-03T19:36:40.137" v="2643" actId="1036"/>
          <ac:spMkLst>
            <pc:docMk/>
            <pc:sldMk cId="0" sldId="276"/>
            <ac:spMk id="20" creationId="{00000000-0000-0000-0000-000000000000}"/>
          </ac:spMkLst>
        </pc:spChg>
        <pc:spChg chg="mod">
          <ac:chgData name="Pavel Dennis" userId="d088e9375cca0060" providerId="LiveId" clId="{A9D09F45-7190-4528-B457-6D6A00256F2A}" dt="2026-09-03T19:36:40.137" v="2643" actId="1036"/>
          <ac:spMkLst>
            <pc:docMk/>
            <pc:sldMk cId="0" sldId="276"/>
            <ac:spMk id="21" creationId="{00000000-0000-0000-0000-000000000000}"/>
          </ac:spMkLst>
        </pc:spChg>
        <pc:spChg chg="mod">
          <ac:chgData name="Pavel Dennis" userId="d088e9375cca0060" providerId="LiveId" clId="{A9D09F45-7190-4528-B457-6D6A00256F2A}" dt="2026-09-03T19:36:40.137" v="2643" actId="1036"/>
          <ac:spMkLst>
            <pc:docMk/>
            <pc:sldMk cId="0" sldId="276"/>
            <ac:spMk id="22" creationId="{00000000-0000-0000-0000-000000000000}"/>
          </ac:spMkLst>
        </pc:spChg>
        <pc:spChg chg="mod">
          <ac:chgData name="Pavel Dennis" userId="d088e9375cca0060" providerId="LiveId" clId="{A9D09F45-7190-4528-B457-6D6A00256F2A}" dt="2026-09-03T19:36:40.137" v="2643" actId="1036"/>
          <ac:spMkLst>
            <pc:docMk/>
            <pc:sldMk cId="0" sldId="276"/>
            <ac:spMk id="23" creationId="{00000000-0000-0000-0000-000000000000}"/>
          </ac:spMkLst>
        </pc:spChg>
        <pc:spChg chg="mod">
          <ac:chgData name="Pavel Dennis" userId="d088e9375cca0060" providerId="LiveId" clId="{A9D09F45-7190-4528-B457-6D6A00256F2A}" dt="2026-09-03T19:36:40.137" v="2643" actId="1036"/>
          <ac:spMkLst>
            <pc:docMk/>
            <pc:sldMk cId="0" sldId="276"/>
            <ac:spMk id="24" creationId="{00000000-0000-0000-0000-000000000000}"/>
          </ac:spMkLst>
        </pc:spChg>
        <pc:spChg chg="mod">
          <ac:chgData name="Pavel Dennis" userId="d088e9375cca0060" providerId="LiveId" clId="{A9D09F45-7190-4528-B457-6D6A00256F2A}" dt="2026-09-03T19:36:40.137" v="2643" actId="1036"/>
          <ac:spMkLst>
            <pc:docMk/>
            <pc:sldMk cId="0" sldId="276"/>
            <ac:spMk id="25" creationId="{00000000-0000-0000-0000-000000000000}"/>
          </ac:spMkLst>
        </pc:spChg>
        <pc:spChg chg="mod">
          <ac:chgData name="Pavel Dennis" userId="d088e9375cca0060" providerId="LiveId" clId="{A9D09F45-7190-4528-B457-6D6A00256F2A}" dt="2026-09-03T19:36:40.137" v="2643" actId="1036"/>
          <ac:spMkLst>
            <pc:docMk/>
            <pc:sldMk cId="0" sldId="276"/>
            <ac:spMk id="26" creationId="{00000000-0000-0000-0000-000000000000}"/>
          </ac:spMkLst>
        </pc:spChg>
        <pc:spChg chg="add">
          <ac:chgData name="Pavel Dennis" userId="d088e9375cca0060" providerId="LiveId" clId="{A9D09F45-7190-4528-B457-6D6A00256F2A}" dt="2026-08-30T16:30:18.125" v="605" actId="22"/>
          <ac:spMkLst>
            <pc:docMk/>
            <pc:sldMk cId="0" sldId="276"/>
            <ac:spMk id="28" creationId="{89583F25-AE6F-F54E-FF99-32F5405598DD}"/>
          </ac:spMkLst>
        </pc:spChg>
        <pc:spChg chg="add mod">
          <ac:chgData name="Pavel Dennis" userId="d088e9375cca0060" providerId="LiveId" clId="{A9D09F45-7190-4528-B457-6D6A00256F2A}" dt="2026-09-03T19:40:55.383" v="2684" actId="255"/>
          <ac:spMkLst>
            <pc:docMk/>
            <pc:sldMk cId="0" sldId="276"/>
            <ac:spMk id="29" creationId="{BD0F0D71-3EC5-3A7D-EB4F-DE30EF3AC3F2}"/>
          </ac:spMkLst>
        </pc:spChg>
        <pc:picChg chg="add mod ord">
          <ac:chgData name="Pavel Dennis" userId="d088e9375cca0060" providerId="LiveId" clId="{A9D09F45-7190-4528-B457-6D6A00256F2A}" dt="2026-09-03T19:41:41.410" v="2714" actId="1036"/>
          <ac:picMkLst>
            <pc:docMk/>
            <pc:sldMk cId="0" sldId="276"/>
            <ac:picMk id="31" creationId="{0A2FAA18-D0EB-D8D0-1E7D-3FF417E90860}"/>
          </ac:picMkLst>
        </pc:picChg>
      </pc:sldChg>
      <pc:sldChg chg="addSp delSp modSp mod">
        <pc:chgData name="Pavel Dennis" userId="d088e9375cca0060" providerId="LiveId" clId="{A9D09F45-7190-4528-B457-6D6A00256F2A}" dt="2026-09-03T19:46:49.168" v="2799" actId="20577"/>
        <pc:sldMkLst>
          <pc:docMk/>
          <pc:sldMk cId="0" sldId="277"/>
        </pc:sldMkLst>
        <pc:spChg chg="add mod">
          <ac:chgData name="Pavel Dennis" userId="d088e9375cca0060" providerId="LiveId" clId="{A9D09F45-7190-4528-B457-6D6A00256F2A}" dt="2026-09-03T19:46:49.168" v="2799" actId="20577"/>
          <ac:spMkLst>
            <pc:docMk/>
            <pc:sldMk cId="0" sldId="277"/>
            <ac:spMk id="7" creationId="{DCB89608-063F-CBF8-E4D2-6A9C8D493F11}"/>
          </ac:spMkLst>
        </pc:spChg>
        <pc:spChg chg="del">
          <ac:chgData name="Pavel Dennis" userId="d088e9375cca0060" providerId="LiveId" clId="{A9D09F45-7190-4528-B457-6D6A00256F2A}" dt="2026-09-03T17:23:50.033" v="1922" actId="478"/>
          <ac:spMkLst>
            <pc:docMk/>
            <pc:sldMk cId="0" sldId="277"/>
            <ac:spMk id="8" creationId="{00000000-0000-0000-0000-000000000000}"/>
          </ac:spMkLst>
        </pc:spChg>
        <pc:spChg chg="mod">
          <ac:chgData name="Pavel Dennis" userId="d088e9375cca0060" providerId="LiveId" clId="{A9D09F45-7190-4528-B457-6D6A00256F2A}" dt="2026-09-03T19:43:45.648" v="2735" actId="1036"/>
          <ac:spMkLst>
            <pc:docMk/>
            <pc:sldMk cId="0" sldId="277"/>
            <ac:spMk id="9" creationId="{00000000-0000-0000-0000-000000000000}"/>
          </ac:spMkLst>
        </pc:spChg>
        <pc:spChg chg="mod">
          <ac:chgData name="Pavel Dennis" userId="d088e9375cca0060" providerId="LiveId" clId="{A9D09F45-7190-4528-B457-6D6A00256F2A}" dt="2026-09-03T19:44:52.812" v="2769" actId="14100"/>
          <ac:spMkLst>
            <pc:docMk/>
            <pc:sldMk cId="0" sldId="277"/>
            <ac:spMk id="10" creationId="{00000000-0000-0000-0000-000000000000}"/>
          </ac:spMkLst>
        </pc:spChg>
        <pc:spChg chg="mod">
          <ac:chgData name="Pavel Dennis" userId="d088e9375cca0060" providerId="LiveId" clId="{A9D09F45-7190-4528-B457-6D6A00256F2A}" dt="2026-09-03T19:44:52.812" v="2769" actId="14100"/>
          <ac:spMkLst>
            <pc:docMk/>
            <pc:sldMk cId="0" sldId="277"/>
            <ac:spMk id="11" creationId="{00000000-0000-0000-0000-000000000000}"/>
          </ac:spMkLst>
        </pc:spChg>
        <pc:spChg chg="mod">
          <ac:chgData name="Pavel Dennis" userId="d088e9375cca0060" providerId="LiveId" clId="{A9D09F45-7190-4528-B457-6D6A00256F2A}" dt="2026-09-03T19:44:58.274" v="2770" actId="255"/>
          <ac:spMkLst>
            <pc:docMk/>
            <pc:sldMk cId="0" sldId="277"/>
            <ac:spMk id="12" creationId="{00000000-0000-0000-0000-000000000000}"/>
          </ac:spMkLst>
        </pc:spChg>
        <pc:spChg chg="mod">
          <ac:chgData name="Pavel Dennis" userId="d088e9375cca0060" providerId="LiveId" clId="{A9D09F45-7190-4528-B457-6D6A00256F2A}" dt="2026-09-03T19:44:52.812" v="2769" actId="14100"/>
          <ac:spMkLst>
            <pc:docMk/>
            <pc:sldMk cId="0" sldId="277"/>
            <ac:spMk id="13" creationId="{00000000-0000-0000-0000-000000000000}"/>
          </ac:spMkLst>
        </pc:spChg>
        <pc:spChg chg="mod">
          <ac:chgData name="Pavel Dennis" userId="d088e9375cca0060" providerId="LiveId" clId="{A9D09F45-7190-4528-B457-6D6A00256F2A}" dt="2026-09-03T19:44:52.812" v="2769" actId="14100"/>
          <ac:spMkLst>
            <pc:docMk/>
            <pc:sldMk cId="0" sldId="277"/>
            <ac:spMk id="14" creationId="{00000000-0000-0000-0000-000000000000}"/>
          </ac:spMkLst>
        </pc:spChg>
        <pc:spChg chg="mod">
          <ac:chgData name="Pavel Dennis" userId="d088e9375cca0060" providerId="LiveId" clId="{A9D09F45-7190-4528-B457-6D6A00256F2A}" dt="2026-09-03T19:45:07.293" v="2772" actId="255"/>
          <ac:spMkLst>
            <pc:docMk/>
            <pc:sldMk cId="0" sldId="277"/>
            <ac:spMk id="15" creationId="{00000000-0000-0000-0000-000000000000}"/>
          </ac:spMkLst>
        </pc:spChg>
        <pc:spChg chg="mod">
          <ac:chgData name="Pavel Dennis" userId="d088e9375cca0060" providerId="LiveId" clId="{A9D09F45-7190-4528-B457-6D6A00256F2A}" dt="2026-09-03T19:43:54.306" v="2737" actId="1076"/>
          <ac:spMkLst>
            <pc:docMk/>
            <pc:sldMk cId="0" sldId="277"/>
            <ac:spMk id="16" creationId="{00000000-0000-0000-0000-000000000000}"/>
          </ac:spMkLst>
        </pc:spChg>
        <pc:spChg chg="add">
          <ac:chgData name="Pavel Dennis" userId="d088e9375cca0060" providerId="LiveId" clId="{A9D09F45-7190-4528-B457-6D6A00256F2A}" dt="2026-08-30T16:30:23.037" v="607" actId="22"/>
          <ac:spMkLst>
            <pc:docMk/>
            <pc:sldMk cId="0" sldId="277"/>
            <ac:spMk id="18" creationId="{86823D4E-0BE5-06B0-3B76-B66327AD652B}"/>
          </ac:spMkLst>
        </pc:spChg>
        <pc:spChg chg="add mod">
          <ac:chgData name="Pavel Dennis" userId="d088e9375cca0060" providerId="LiveId" clId="{A9D09F45-7190-4528-B457-6D6A00256F2A}" dt="2026-09-03T19:46:26.262" v="2777" actId="255"/>
          <ac:spMkLst>
            <pc:docMk/>
            <pc:sldMk cId="0" sldId="277"/>
            <ac:spMk id="19" creationId="{9EC708C2-398F-95D2-2C34-8DF77268041A}"/>
          </ac:spMkLst>
        </pc:spChg>
        <pc:spChg chg="add del mod">
          <ac:chgData name="Pavel Dennis" userId="d088e9375cca0060" providerId="LiveId" clId="{A9D09F45-7190-4528-B457-6D6A00256F2A}" dt="2026-09-03T19:44:01.688" v="2740"/>
          <ac:spMkLst>
            <pc:docMk/>
            <pc:sldMk cId="0" sldId="277"/>
            <ac:spMk id="20" creationId="{C26037B9-F76A-E530-F7AC-0010938B8F99}"/>
          </ac:spMkLst>
        </pc:spChg>
      </pc:sldChg>
      <pc:sldChg chg="addSp delSp modSp mod">
        <pc:chgData name="Pavel Dennis" userId="d088e9375cca0060" providerId="LiveId" clId="{A9D09F45-7190-4528-B457-6D6A00256F2A}" dt="2026-09-04T00:12:52.670" v="3416" actId="255"/>
        <pc:sldMkLst>
          <pc:docMk/>
          <pc:sldMk cId="0" sldId="279"/>
        </pc:sldMkLst>
        <pc:spChg chg="add">
          <ac:chgData name="Pavel Dennis" userId="d088e9375cca0060" providerId="LiveId" clId="{A9D09F45-7190-4528-B457-6D6A00256F2A}" dt="2026-09-04T00:10:55.696" v="3383" actId="22"/>
          <ac:spMkLst>
            <pc:docMk/>
            <pc:sldMk cId="0" sldId="279"/>
            <ac:spMk id="7" creationId="{EBF40566-BD5B-4A30-7A18-27B8404159D1}"/>
          </ac:spMkLst>
        </pc:spChg>
        <pc:spChg chg="del">
          <ac:chgData name="Pavel Dennis" userId="d088e9375cca0060" providerId="LiveId" clId="{A9D09F45-7190-4528-B457-6D6A00256F2A}" dt="2026-09-03T17:23:53.679" v="1923" actId="478"/>
          <ac:spMkLst>
            <pc:docMk/>
            <pc:sldMk cId="0" sldId="279"/>
            <ac:spMk id="8" creationId="{00000000-0000-0000-0000-000000000000}"/>
          </ac:spMkLst>
        </pc:spChg>
        <pc:spChg chg="mod">
          <ac:chgData name="Pavel Dennis" userId="d088e9375cca0060" providerId="LiveId" clId="{A9D09F45-7190-4528-B457-6D6A00256F2A}" dt="2026-09-04T00:10:37.866" v="3382" actId="1036"/>
          <ac:spMkLst>
            <pc:docMk/>
            <pc:sldMk cId="0" sldId="279"/>
            <ac:spMk id="9" creationId="{00000000-0000-0000-0000-000000000000}"/>
          </ac:spMkLst>
        </pc:spChg>
        <pc:spChg chg="mod">
          <ac:chgData name="Pavel Dennis" userId="d088e9375cca0060" providerId="LiveId" clId="{A9D09F45-7190-4528-B457-6D6A00256F2A}" dt="2026-09-04T00:10:29.082" v="3362" actId="1036"/>
          <ac:spMkLst>
            <pc:docMk/>
            <pc:sldMk cId="0" sldId="279"/>
            <ac:spMk id="10" creationId="{00000000-0000-0000-0000-000000000000}"/>
          </ac:spMkLst>
        </pc:spChg>
        <pc:spChg chg="mod">
          <ac:chgData name="Pavel Dennis" userId="d088e9375cca0060" providerId="LiveId" clId="{A9D09F45-7190-4528-B457-6D6A00256F2A}" dt="2026-09-04T00:10:37.866" v="3382" actId="1036"/>
          <ac:spMkLst>
            <pc:docMk/>
            <pc:sldMk cId="0" sldId="279"/>
            <ac:spMk id="11" creationId="{00000000-0000-0000-0000-000000000000}"/>
          </ac:spMkLst>
        </pc:spChg>
        <pc:spChg chg="mod">
          <ac:chgData name="Pavel Dennis" userId="d088e9375cca0060" providerId="LiveId" clId="{A9D09F45-7190-4528-B457-6D6A00256F2A}" dt="2026-09-04T00:10:37.866" v="3382" actId="1036"/>
          <ac:spMkLst>
            <pc:docMk/>
            <pc:sldMk cId="0" sldId="279"/>
            <ac:spMk id="12" creationId="{00000000-0000-0000-0000-000000000000}"/>
          </ac:spMkLst>
        </pc:spChg>
        <pc:spChg chg="mod">
          <ac:chgData name="Pavel Dennis" userId="d088e9375cca0060" providerId="LiveId" clId="{A9D09F45-7190-4528-B457-6D6A00256F2A}" dt="2026-09-04T00:10:37.866" v="3382" actId="1036"/>
          <ac:spMkLst>
            <pc:docMk/>
            <pc:sldMk cId="0" sldId="279"/>
            <ac:spMk id="13" creationId="{00000000-0000-0000-0000-000000000000}"/>
          </ac:spMkLst>
        </pc:spChg>
        <pc:spChg chg="mod">
          <ac:chgData name="Pavel Dennis" userId="d088e9375cca0060" providerId="LiveId" clId="{A9D09F45-7190-4528-B457-6D6A00256F2A}" dt="2026-09-04T00:10:37.866" v="3382" actId="1036"/>
          <ac:spMkLst>
            <pc:docMk/>
            <pc:sldMk cId="0" sldId="279"/>
            <ac:spMk id="14" creationId="{00000000-0000-0000-0000-000000000000}"/>
          </ac:spMkLst>
        </pc:spChg>
        <pc:spChg chg="mod">
          <ac:chgData name="Pavel Dennis" userId="d088e9375cca0060" providerId="LiveId" clId="{A9D09F45-7190-4528-B457-6D6A00256F2A}" dt="2026-09-04T00:10:37.866" v="3382" actId="1036"/>
          <ac:spMkLst>
            <pc:docMk/>
            <pc:sldMk cId="0" sldId="279"/>
            <ac:spMk id="15" creationId="{00000000-0000-0000-0000-000000000000}"/>
          </ac:spMkLst>
        </pc:spChg>
        <pc:spChg chg="mod">
          <ac:chgData name="Pavel Dennis" userId="d088e9375cca0060" providerId="LiveId" clId="{A9D09F45-7190-4528-B457-6D6A00256F2A}" dt="2026-09-04T00:10:37.866" v="3382" actId="1036"/>
          <ac:spMkLst>
            <pc:docMk/>
            <pc:sldMk cId="0" sldId="279"/>
            <ac:spMk id="16" creationId="{00000000-0000-0000-0000-000000000000}"/>
          </ac:spMkLst>
        </pc:spChg>
        <pc:spChg chg="mod">
          <ac:chgData name="Pavel Dennis" userId="d088e9375cca0060" providerId="LiveId" clId="{A9D09F45-7190-4528-B457-6D6A00256F2A}" dt="2026-09-04T00:10:37.866" v="3382" actId="1036"/>
          <ac:spMkLst>
            <pc:docMk/>
            <pc:sldMk cId="0" sldId="279"/>
            <ac:spMk id="17" creationId="{00000000-0000-0000-0000-000000000000}"/>
          </ac:spMkLst>
        </pc:spChg>
        <pc:spChg chg="mod">
          <ac:chgData name="Pavel Dennis" userId="d088e9375cca0060" providerId="LiveId" clId="{A9D09F45-7190-4528-B457-6D6A00256F2A}" dt="2026-09-04T00:10:37.866" v="3382" actId="1036"/>
          <ac:spMkLst>
            <pc:docMk/>
            <pc:sldMk cId="0" sldId="279"/>
            <ac:spMk id="19" creationId="{00000000-0000-0000-0000-000000000000}"/>
          </ac:spMkLst>
        </pc:spChg>
        <pc:spChg chg="mod">
          <ac:chgData name="Pavel Dennis" userId="d088e9375cca0060" providerId="LiveId" clId="{A9D09F45-7190-4528-B457-6D6A00256F2A}" dt="2026-09-04T00:10:29.082" v="3362" actId="1036"/>
          <ac:spMkLst>
            <pc:docMk/>
            <pc:sldMk cId="0" sldId="279"/>
            <ac:spMk id="20" creationId="{00000000-0000-0000-0000-000000000000}"/>
          </ac:spMkLst>
        </pc:spChg>
        <pc:spChg chg="mod">
          <ac:chgData name="Pavel Dennis" userId="d088e9375cca0060" providerId="LiveId" clId="{A9D09F45-7190-4528-B457-6D6A00256F2A}" dt="2026-09-04T00:10:37.866" v="3382" actId="1036"/>
          <ac:spMkLst>
            <pc:docMk/>
            <pc:sldMk cId="0" sldId="279"/>
            <ac:spMk id="22" creationId="{00000000-0000-0000-0000-000000000000}"/>
          </ac:spMkLst>
        </pc:spChg>
        <pc:spChg chg="mod">
          <ac:chgData name="Pavel Dennis" userId="d088e9375cca0060" providerId="LiveId" clId="{A9D09F45-7190-4528-B457-6D6A00256F2A}" dt="2026-09-04T00:10:29.082" v="3362" actId="1036"/>
          <ac:spMkLst>
            <pc:docMk/>
            <pc:sldMk cId="0" sldId="279"/>
            <ac:spMk id="23" creationId="{00000000-0000-0000-0000-000000000000}"/>
          </ac:spMkLst>
        </pc:spChg>
        <pc:spChg chg="mod">
          <ac:chgData name="Pavel Dennis" userId="d088e9375cca0060" providerId="LiveId" clId="{A9D09F45-7190-4528-B457-6D6A00256F2A}" dt="2026-09-01T17:28:41.151" v="1795" actId="14100"/>
          <ac:spMkLst>
            <pc:docMk/>
            <pc:sldMk cId="0" sldId="279"/>
            <ac:spMk id="24" creationId="{00000000-0000-0000-0000-000000000000}"/>
          </ac:spMkLst>
        </pc:spChg>
        <pc:spChg chg="mod">
          <ac:chgData name="Pavel Dennis" userId="d088e9375cca0060" providerId="LiveId" clId="{A9D09F45-7190-4528-B457-6D6A00256F2A}" dt="2026-09-04T00:10:29.082" v="3362" actId="1036"/>
          <ac:spMkLst>
            <pc:docMk/>
            <pc:sldMk cId="0" sldId="279"/>
            <ac:spMk id="26" creationId="{00000000-0000-0000-0000-000000000000}"/>
          </ac:spMkLst>
        </pc:spChg>
        <pc:spChg chg="mod">
          <ac:chgData name="Pavel Dennis" userId="d088e9375cca0060" providerId="LiveId" clId="{A9D09F45-7190-4528-B457-6D6A00256F2A}" dt="2026-09-04T00:10:29.082" v="3362" actId="1036"/>
          <ac:spMkLst>
            <pc:docMk/>
            <pc:sldMk cId="0" sldId="279"/>
            <ac:spMk id="27" creationId="{00000000-0000-0000-0000-000000000000}"/>
          </ac:spMkLst>
        </pc:spChg>
        <pc:spChg chg="mod">
          <ac:chgData name="Pavel Dennis" userId="d088e9375cca0060" providerId="LiveId" clId="{A9D09F45-7190-4528-B457-6D6A00256F2A}" dt="2026-09-04T00:10:29.082" v="3362" actId="1036"/>
          <ac:spMkLst>
            <pc:docMk/>
            <pc:sldMk cId="0" sldId="279"/>
            <ac:spMk id="28" creationId="{00000000-0000-0000-0000-000000000000}"/>
          </ac:spMkLst>
        </pc:spChg>
        <pc:spChg chg="add">
          <ac:chgData name="Pavel Dennis" userId="d088e9375cca0060" providerId="LiveId" clId="{A9D09F45-7190-4528-B457-6D6A00256F2A}" dt="2026-08-30T16:30:31.299" v="609" actId="22"/>
          <ac:spMkLst>
            <pc:docMk/>
            <pc:sldMk cId="0" sldId="279"/>
            <ac:spMk id="30" creationId="{F8EA792D-1EB4-4FAC-D7AC-2DF593035A0C}"/>
          </ac:spMkLst>
        </pc:spChg>
        <pc:spChg chg="add mod">
          <ac:chgData name="Pavel Dennis" userId="d088e9375cca0060" providerId="LiveId" clId="{A9D09F45-7190-4528-B457-6D6A00256F2A}" dt="2026-09-04T00:11:42.332" v="3408" actId="14100"/>
          <ac:spMkLst>
            <pc:docMk/>
            <pc:sldMk cId="0" sldId="279"/>
            <ac:spMk id="31" creationId="{B664584A-BEC8-0F32-F228-EC47EEC52DF2}"/>
          </ac:spMkLst>
        </pc:spChg>
        <pc:spChg chg="add mod">
          <ac:chgData name="Pavel Dennis" userId="d088e9375cca0060" providerId="LiveId" clId="{A9D09F45-7190-4528-B457-6D6A00256F2A}" dt="2026-09-04T00:12:52.670" v="3416" actId="255"/>
          <ac:spMkLst>
            <pc:docMk/>
            <pc:sldMk cId="0" sldId="279"/>
            <ac:spMk id="33" creationId="{AA8F1073-785D-6153-A9C2-C80D71B65E9F}"/>
          </ac:spMkLst>
        </pc:spChg>
      </pc:sldChg>
      <pc:sldChg chg="addSp delSp modSp mod">
        <pc:chgData name="Pavel Dennis" userId="d088e9375cca0060" providerId="LiveId" clId="{A9D09F45-7190-4528-B457-6D6A00256F2A}" dt="2026-09-04T00:14:26.267" v="3441" actId="255"/>
        <pc:sldMkLst>
          <pc:docMk/>
          <pc:sldMk cId="0" sldId="280"/>
        </pc:sldMkLst>
        <pc:spChg chg="add">
          <ac:chgData name="Pavel Dennis" userId="d088e9375cca0060" providerId="LiveId" clId="{A9D09F45-7190-4528-B457-6D6A00256F2A}" dt="2026-09-04T00:13:27.984" v="3417" actId="22"/>
          <ac:spMkLst>
            <pc:docMk/>
            <pc:sldMk cId="0" sldId="280"/>
            <ac:spMk id="7" creationId="{FC8EB29B-D13D-51BB-907D-8056882909EE}"/>
          </ac:spMkLst>
        </pc:spChg>
        <pc:spChg chg="del">
          <ac:chgData name="Pavel Dennis" userId="d088e9375cca0060" providerId="LiveId" clId="{A9D09F45-7190-4528-B457-6D6A00256F2A}" dt="2026-09-03T17:23:56.623" v="1924" actId="478"/>
          <ac:spMkLst>
            <pc:docMk/>
            <pc:sldMk cId="0" sldId="280"/>
            <ac:spMk id="8" creationId="{00000000-0000-0000-0000-000000000000}"/>
          </ac:spMkLst>
        </pc:spChg>
        <pc:spChg chg="add">
          <ac:chgData name="Pavel Dennis" userId="d088e9375cca0060" providerId="LiveId" clId="{A9D09F45-7190-4528-B457-6D6A00256F2A}" dt="2026-08-30T16:30:37.615" v="611" actId="22"/>
          <ac:spMkLst>
            <pc:docMk/>
            <pc:sldMk cId="0" sldId="280"/>
            <ac:spMk id="31" creationId="{47F7EC78-C4D9-1567-64AD-C4BCA7180709}"/>
          </ac:spMkLst>
        </pc:spChg>
        <pc:spChg chg="add">
          <ac:chgData name="Pavel Dennis" userId="d088e9375cca0060" providerId="LiveId" clId="{A9D09F45-7190-4528-B457-6D6A00256F2A}" dt="2026-09-04T00:13:27.984" v="3417" actId="22"/>
          <ac:spMkLst>
            <pc:docMk/>
            <pc:sldMk cId="0" sldId="280"/>
            <ac:spMk id="32" creationId="{9656CAA9-A218-B66A-909A-B1107A6DDE9A}"/>
          </ac:spMkLst>
        </pc:spChg>
        <pc:spChg chg="add mod">
          <ac:chgData name="Pavel Dennis" userId="d088e9375cca0060" providerId="LiveId" clId="{A9D09F45-7190-4528-B457-6D6A00256F2A}" dt="2026-09-04T00:13:34.848" v="3433" actId="20577"/>
          <ac:spMkLst>
            <pc:docMk/>
            <pc:sldMk cId="0" sldId="280"/>
            <ac:spMk id="34" creationId="{1191158B-5A83-0E7E-CAE0-E02481EA894D}"/>
          </ac:spMkLst>
        </pc:spChg>
        <pc:spChg chg="add mod">
          <ac:chgData name="Pavel Dennis" userId="d088e9375cca0060" providerId="LiveId" clId="{A9D09F45-7190-4528-B457-6D6A00256F2A}" dt="2026-09-04T00:14:26.267" v="3441" actId="255"/>
          <ac:spMkLst>
            <pc:docMk/>
            <pc:sldMk cId="0" sldId="280"/>
            <ac:spMk id="36" creationId="{4D048229-83F3-B495-6C82-B9B4D83CCC41}"/>
          </ac:spMkLst>
        </pc:spChg>
      </pc:sldChg>
      <pc:sldChg chg="addSp delSp modSp mod">
        <pc:chgData name="Pavel Dennis" userId="d088e9375cca0060" providerId="LiveId" clId="{A9D09F45-7190-4528-B457-6D6A00256F2A}" dt="2026-09-04T00:16:43.966" v="3456" actId="1036"/>
        <pc:sldMkLst>
          <pc:docMk/>
          <pc:sldMk cId="0" sldId="281"/>
        </pc:sldMkLst>
        <pc:spChg chg="del">
          <ac:chgData name="Pavel Dennis" userId="d088e9375cca0060" providerId="LiveId" clId="{A9D09F45-7190-4528-B457-6D6A00256F2A}" dt="2026-09-04T00:16:15.738" v="3443" actId="478"/>
          <ac:spMkLst>
            <pc:docMk/>
            <pc:sldMk cId="0" sldId="281"/>
            <ac:spMk id="5" creationId="{00000000-0000-0000-0000-000000000000}"/>
          </ac:spMkLst>
        </pc:spChg>
        <pc:spChg chg="del">
          <ac:chgData name="Pavel Dennis" userId="d088e9375cca0060" providerId="LiveId" clId="{A9D09F45-7190-4528-B457-6D6A00256F2A}" dt="2026-09-03T17:23:59.359" v="1925" actId="478"/>
          <ac:spMkLst>
            <pc:docMk/>
            <pc:sldMk cId="0" sldId="281"/>
            <ac:spMk id="8" creationId="{00000000-0000-0000-0000-000000000000}"/>
          </ac:spMkLst>
        </pc:spChg>
        <pc:spChg chg="del">
          <ac:chgData name="Pavel Dennis" userId="d088e9375cca0060" providerId="LiveId" clId="{A9D09F45-7190-4528-B457-6D6A00256F2A}" dt="2026-09-04T00:16:11.375" v="3442" actId="478"/>
          <ac:spMkLst>
            <pc:docMk/>
            <pc:sldMk cId="0" sldId="281"/>
            <ac:spMk id="9" creationId="{00000000-0000-0000-0000-000000000000}"/>
          </ac:spMkLst>
        </pc:spChg>
        <pc:spChg chg="del">
          <ac:chgData name="Pavel Dennis" userId="d088e9375cca0060" providerId="LiveId" clId="{A9D09F45-7190-4528-B457-6D6A00256F2A}" dt="2026-09-04T00:16:19.140" v="3444" actId="478"/>
          <ac:spMkLst>
            <pc:docMk/>
            <pc:sldMk cId="0" sldId="281"/>
            <ac:spMk id="10" creationId="{00000000-0000-0000-0000-000000000000}"/>
          </ac:spMkLst>
        </pc:spChg>
        <pc:spChg chg="del">
          <ac:chgData name="Pavel Dennis" userId="d088e9375cca0060" providerId="LiveId" clId="{A9D09F45-7190-4528-B457-6D6A00256F2A}" dt="2026-09-04T00:16:19.140" v="3444" actId="478"/>
          <ac:spMkLst>
            <pc:docMk/>
            <pc:sldMk cId="0" sldId="281"/>
            <ac:spMk id="11" creationId="{00000000-0000-0000-0000-000000000000}"/>
          </ac:spMkLst>
        </pc:spChg>
        <pc:spChg chg="del">
          <ac:chgData name="Pavel Dennis" userId="d088e9375cca0060" providerId="LiveId" clId="{A9D09F45-7190-4528-B457-6D6A00256F2A}" dt="2026-09-04T00:16:19.140" v="3444" actId="478"/>
          <ac:spMkLst>
            <pc:docMk/>
            <pc:sldMk cId="0" sldId="281"/>
            <ac:spMk id="12" creationId="{00000000-0000-0000-0000-000000000000}"/>
          </ac:spMkLst>
        </pc:spChg>
        <pc:spChg chg="del">
          <ac:chgData name="Pavel Dennis" userId="d088e9375cca0060" providerId="LiveId" clId="{A9D09F45-7190-4528-B457-6D6A00256F2A}" dt="2026-09-04T00:16:19.140" v="3444" actId="478"/>
          <ac:spMkLst>
            <pc:docMk/>
            <pc:sldMk cId="0" sldId="281"/>
            <ac:spMk id="13" creationId="{00000000-0000-0000-0000-000000000000}"/>
          </ac:spMkLst>
        </pc:spChg>
        <pc:spChg chg="del">
          <ac:chgData name="Pavel Dennis" userId="d088e9375cca0060" providerId="LiveId" clId="{A9D09F45-7190-4528-B457-6D6A00256F2A}" dt="2026-09-04T00:16:19.140" v="3444" actId="478"/>
          <ac:spMkLst>
            <pc:docMk/>
            <pc:sldMk cId="0" sldId="281"/>
            <ac:spMk id="14" creationId="{00000000-0000-0000-0000-000000000000}"/>
          </ac:spMkLst>
        </pc:spChg>
        <pc:spChg chg="del">
          <ac:chgData name="Pavel Dennis" userId="d088e9375cca0060" providerId="LiveId" clId="{A9D09F45-7190-4528-B457-6D6A00256F2A}" dt="2026-09-04T00:16:19.140" v="3444" actId="478"/>
          <ac:spMkLst>
            <pc:docMk/>
            <pc:sldMk cId="0" sldId="281"/>
            <ac:spMk id="15" creationId="{00000000-0000-0000-0000-000000000000}"/>
          </ac:spMkLst>
        </pc:spChg>
        <pc:spChg chg="del">
          <ac:chgData name="Pavel Dennis" userId="d088e9375cca0060" providerId="LiveId" clId="{A9D09F45-7190-4528-B457-6D6A00256F2A}" dt="2026-09-04T00:16:19.140" v="3444" actId="478"/>
          <ac:spMkLst>
            <pc:docMk/>
            <pc:sldMk cId="0" sldId="281"/>
            <ac:spMk id="16" creationId="{00000000-0000-0000-0000-000000000000}"/>
          </ac:spMkLst>
        </pc:spChg>
        <pc:spChg chg="add">
          <ac:chgData name="Pavel Dennis" userId="d088e9375cca0060" providerId="LiveId" clId="{A9D09F45-7190-4528-B457-6D6A00256F2A}" dt="2026-08-30T16:30:42.403" v="613" actId="22"/>
          <ac:spMkLst>
            <pc:docMk/>
            <pc:sldMk cId="0" sldId="281"/>
            <ac:spMk id="18" creationId="{73784B0A-908A-9CE5-70F4-B89C115B1BB6}"/>
          </ac:spMkLst>
        </pc:spChg>
        <pc:spChg chg="add">
          <ac:chgData name="Pavel Dennis" userId="d088e9375cca0060" providerId="LiveId" clId="{A9D09F45-7190-4528-B457-6D6A00256F2A}" dt="2026-09-04T00:16:30.016" v="3447" actId="22"/>
          <ac:spMkLst>
            <pc:docMk/>
            <pc:sldMk cId="0" sldId="281"/>
            <ac:spMk id="19" creationId="{94BF46B0-2615-5F24-6208-09887A191845}"/>
          </ac:spMkLst>
        </pc:spChg>
        <pc:picChg chg="add mod">
          <ac:chgData name="Pavel Dennis" userId="d088e9375cca0060" providerId="LiveId" clId="{A9D09F45-7190-4528-B457-6D6A00256F2A}" dt="2026-09-04T00:16:43.966" v="3456" actId="1036"/>
          <ac:picMkLst>
            <pc:docMk/>
            <pc:sldMk cId="0" sldId="281"/>
            <ac:picMk id="7" creationId="{F30E0E31-A413-6AEF-E8C8-D3A0C9C6A673}"/>
          </ac:picMkLst>
        </pc:picChg>
      </pc:sldChg>
      <pc:sldChg chg="addSp delSp modSp del mod">
        <pc:chgData name="Pavel Dennis" userId="d088e9375cca0060" providerId="LiveId" clId="{A9D09F45-7190-4528-B457-6D6A00256F2A}" dt="2026-09-04T00:20:23.341" v="3483" actId="2696"/>
        <pc:sldMkLst>
          <pc:docMk/>
          <pc:sldMk cId="0" sldId="283"/>
        </pc:sldMkLst>
        <pc:spChg chg="del">
          <ac:chgData name="Pavel Dennis" userId="d088e9375cca0060" providerId="LiveId" clId="{A9D09F45-7190-4528-B457-6D6A00256F2A}" dt="2026-09-03T17:24:02.641" v="1926" actId="478"/>
          <ac:spMkLst>
            <pc:docMk/>
            <pc:sldMk cId="0" sldId="283"/>
            <ac:spMk id="8" creationId="{00000000-0000-0000-0000-000000000000}"/>
          </ac:spMkLst>
        </pc:spChg>
      </pc:sldChg>
      <pc:sldChg chg="addSp delSp modSp mod">
        <pc:chgData name="Pavel Dennis" userId="d088e9375cca0060" providerId="LiveId" clId="{A9D09F45-7190-4528-B457-6D6A00256F2A}" dt="2026-09-04T00:24:04.818" v="3501"/>
        <pc:sldMkLst>
          <pc:docMk/>
          <pc:sldMk cId="0" sldId="284"/>
        </pc:sldMkLst>
        <pc:spChg chg="add">
          <ac:chgData name="Pavel Dennis" userId="d088e9375cca0060" providerId="LiveId" clId="{A9D09F45-7190-4528-B457-6D6A00256F2A}" dt="2026-09-04T00:23:45.502" v="3488" actId="22"/>
          <ac:spMkLst>
            <pc:docMk/>
            <pc:sldMk cId="0" sldId="284"/>
            <ac:spMk id="7" creationId="{014F84B2-A5E8-F48F-3729-109FA3D14A91}"/>
          </ac:spMkLst>
        </pc:spChg>
        <pc:spChg chg="del">
          <ac:chgData name="Pavel Dennis" userId="d088e9375cca0060" providerId="LiveId" clId="{A9D09F45-7190-4528-B457-6D6A00256F2A}" dt="2026-09-03T17:24:04.621" v="1927" actId="478"/>
          <ac:spMkLst>
            <pc:docMk/>
            <pc:sldMk cId="0" sldId="284"/>
            <ac:spMk id="8" creationId="{00000000-0000-0000-0000-000000000000}"/>
          </ac:spMkLst>
        </pc:spChg>
        <pc:spChg chg="mod">
          <ac:chgData name="Pavel Dennis" userId="d088e9375cca0060" providerId="LiveId" clId="{A9D09F45-7190-4528-B457-6D6A00256F2A}" dt="2026-09-04T00:20:19.317" v="3482" actId="1036"/>
          <ac:spMkLst>
            <pc:docMk/>
            <pc:sldMk cId="0" sldId="284"/>
            <ac:spMk id="9" creationId="{00000000-0000-0000-0000-000000000000}"/>
          </ac:spMkLst>
        </pc:spChg>
        <pc:spChg chg="mod">
          <ac:chgData name="Pavel Dennis" userId="d088e9375cca0060" providerId="LiveId" clId="{A9D09F45-7190-4528-B457-6D6A00256F2A}" dt="2026-09-04T00:20:19.317" v="3482" actId="1036"/>
          <ac:spMkLst>
            <pc:docMk/>
            <pc:sldMk cId="0" sldId="284"/>
            <ac:spMk id="10" creationId="{00000000-0000-0000-0000-000000000000}"/>
          </ac:spMkLst>
        </pc:spChg>
        <pc:spChg chg="mod">
          <ac:chgData name="Pavel Dennis" userId="d088e9375cca0060" providerId="LiveId" clId="{A9D09F45-7190-4528-B457-6D6A00256F2A}" dt="2026-09-04T00:20:19.317" v="3482" actId="1036"/>
          <ac:spMkLst>
            <pc:docMk/>
            <pc:sldMk cId="0" sldId="284"/>
            <ac:spMk id="11" creationId="{00000000-0000-0000-0000-000000000000}"/>
          </ac:spMkLst>
        </pc:spChg>
        <pc:spChg chg="mod">
          <ac:chgData name="Pavel Dennis" userId="d088e9375cca0060" providerId="LiveId" clId="{A9D09F45-7190-4528-B457-6D6A00256F2A}" dt="2026-09-04T00:20:19.317" v="3482" actId="1036"/>
          <ac:spMkLst>
            <pc:docMk/>
            <pc:sldMk cId="0" sldId="284"/>
            <ac:spMk id="13" creationId="{00000000-0000-0000-0000-000000000000}"/>
          </ac:spMkLst>
        </pc:spChg>
        <pc:spChg chg="mod">
          <ac:chgData name="Pavel Dennis" userId="d088e9375cca0060" providerId="LiveId" clId="{A9D09F45-7190-4528-B457-6D6A00256F2A}" dt="2026-09-04T00:20:19.317" v="3482" actId="1036"/>
          <ac:spMkLst>
            <pc:docMk/>
            <pc:sldMk cId="0" sldId="284"/>
            <ac:spMk id="14" creationId="{00000000-0000-0000-0000-000000000000}"/>
          </ac:spMkLst>
        </pc:spChg>
        <pc:spChg chg="mod">
          <ac:chgData name="Pavel Dennis" userId="d088e9375cca0060" providerId="LiveId" clId="{A9D09F45-7190-4528-B457-6D6A00256F2A}" dt="2026-09-04T00:23:59.663" v="3500" actId="20577"/>
          <ac:spMkLst>
            <pc:docMk/>
            <pc:sldMk cId="0" sldId="284"/>
            <ac:spMk id="15" creationId="{00000000-0000-0000-0000-000000000000}"/>
          </ac:spMkLst>
        </pc:spChg>
        <pc:spChg chg="mod">
          <ac:chgData name="Pavel Dennis" userId="d088e9375cca0060" providerId="LiveId" clId="{A9D09F45-7190-4528-B457-6D6A00256F2A}" dt="2026-09-04T00:20:19.317" v="3482" actId="1036"/>
          <ac:spMkLst>
            <pc:docMk/>
            <pc:sldMk cId="0" sldId="284"/>
            <ac:spMk id="16" creationId="{00000000-0000-0000-0000-000000000000}"/>
          </ac:spMkLst>
        </pc:spChg>
        <pc:spChg chg="mod">
          <ac:chgData name="Pavel Dennis" userId="d088e9375cca0060" providerId="LiveId" clId="{A9D09F45-7190-4528-B457-6D6A00256F2A}" dt="2026-09-04T00:20:19.317" v="3482" actId="1036"/>
          <ac:spMkLst>
            <pc:docMk/>
            <pc:sldMk cId="0" sldId="284"/>
            <ac:spMk id="17" creationId="{00000000-0000-0000-0000-000000000000}"/>
          </ac:spMkLst>
        </pc:spChg>
        <pc:spChg chg="mod">
          <ac:chgData name="Pavel Dennis" userId="d088e9375cca0060" providerId="LiveId" clId="{A9D09F45-7190-4528-B457-6D6A00256F2A}" dt="2026-09-04T00:20:19.317" v="3482" actId="1036"/>
          <ac:spMkLst>
            <pc:docMk/>
            <pc:sldMk cId="0" sldId="284"/>
            <ac:spMk id="18" creationId="{00000000-0000-0000-0000-000000000000}"/>
          </ac:spMkLst>
        </pc:spChg>
        <pc:spChg chg="mod">
          <ac:chgData name="Pavel Dennis" userId="d088e9375cca0060" providerId="LiveId" clId="{A9D09F45-7190-4528-B457-6D6A00256F2A}" dt="2026-09-04T00:20:19.317" v="3482" actId="1036"/>
          <ac:spMkLst>
            <pc:docMk/>
            <pc:sldMk cId="0" sldId="284"/>
            <ac:spMk id="19" creationId="{00000000-0000-0000-0000-000000000000}"/>
          </ac:spMkLst>
        </pc:spChg>
        <pc:spChg chg="add">
          <ac:chgData name="Pavel Dennis" userId="d088e9375cca0060" providerId="LiveId" clId="{A9D09F45-7190-4528-B457-6D6A00256F2A}" dt="2026-08-30T16:30:55.306" v="617" actId="22"/>
          <ac:spMkLst>
            <pc:docMk/>
            <pc:sldMk cId="0" sldId="284"/>
            <ac:spMk id="21" creationId="{74776AEE-7280-8DE1-C20E-0BE602FAC06E}"/>
          </ac:spMkLst>
        </pc:spChg>
        <pc:spChg chg="add">
          <ac:chgData name="Pavel Dennis" userId="d088e9375cca0060" providerId="LiveId" clId="{A9D09F45-7190-4528-B457-6D6A00256F2A}" dt="2026-09-04T00:23:45.502" v="3488" actId="22"/>
          <ac:spMkLst>
            <pc:docMk/>
            <pc:sldMk cId="0" sldId="284"/>
            <ac:spMk id="22" creationId="{4819485E-FA6A-F5CF-6C0F-64511AEC7078}"/>
          </ac:spMkLst>
        </pc:spChg>
        <pc:spChg chg="add mod">
          <ac:chgData name="Pavel Dennis" userId="d088e9375cca0060" providerId="LiveId" clId="{A9D09F45-7190-4528-B457-6D6A00256F2A}" dt="2026-09-04T00:23:52.734" v="3498" actId="20577"/>
          <ac:spMkLst>
            <pc:docMk/>
            <pc:sldMk cId="0" sldId="284"/>
            <ac:spMk id="24" creationId="{327BA610-4A86-EC78-E8CE-956591A6C124}"/>
          </ac:spMkLst>
        </pc:spChg>
        <pc:spChg chg="add mod">
          <ac:chgData name="Pavel Dennis" userId="d088e9375cca0060" providerId="LiveId" clId="{A9D09F45-7190-4528-B457-6D6A00256F2A}" dt="2026-09-04T00:24:04.818" v="3501"/>
          <ac:spMkLst>
            <pc:docMk/>
            <pc:sldMk cId="0" sldId="284"/>
            <ac:spMk id="26" creationId="{E05FFF55-5969-0DBE-1021-C0736A33BFB9}"/>
          </ac:spMkLst>
        </pc:spChg>
      </pc:sldChg>
      <pc:sldChg chg="addSp delSp modSp mod">
        <pc:chgData name="Pavel Dennis" userId="d088e9375cca0060" providerId="LiveId" clId="{A9D09F45-7190-4528-B457-6D6A00256F2A}" dt="2026-09-04T00:25:24.851" v="3502" actId="22"/>
        <pc:sldMkLst>
          <pc:docMk/>
          <pc:sldMk cId="0" sldId="285"/>
        </pc:sldMkLst>
        <pc:spChg chg="add">
          <ac:chgData name="Pavel Dennis" userId="d088e9375cca0060" providerId="LiveId" clId="{A9D09F45-7190-4528-B457-6D6A00256F2A}" dt="2026-09-04T00:25:24.851" v="3502" actId="22"/>
          <ac:spMkLst>
            <pc:docMk/>
            <pc:sldMk cId="0" sldId="285"/>
            <ac:spMk id="7" creationId="{C5D037FD-080F-56DF-FF23-B9CF098E9E14}"/>
          </ac:spMkLst>
        </pc:spChg>
        <pc:spChg chg="del">
          <ac:chgData name="Pavel Dennis" userId="d088e9375cca0060" providerId="LiveId" clId="{A9D09F45-7190-4528-B457-6D6A00256F2A}" dt="2026-09-03T17:24:06.453" v="1928" actId="478"/>
          <ac:spMkLst>
            <pc:docMk/>
            <pc:sldMk cId="0" sldId="285"/>
            <ac:spMk id="8" creationId="{00000000-0000-0000-0000-000000000000}"/>
          </ac:spMkLst>
        </pc:spChg>
        <pc:spChg chg="mod">
          <ac:chgData name="Pavel Dennis" userId="d088e9375cca0060" providerId="LiveId" clId="{A9D09F45-7190-4528-B457-6D6A00256F2A}" dt="2026-09-01T04:52:56.610" v="1758" actId="20577"/>
          <ac:spMkLst>
            <pc:docMk/>
            <pc:sldMk cId="0" sldId="285"/>
            <ac:spMk id="18" creationId="{00000000-0000-0000-0000-000000000000}"/>
          </ac:spMkLst>
        </pc:spChg>
        <pc:spChg chg="add">
          <ac:chgData name="Pavel Dennis" userId="d088e9375cca0060" providerId="LiveId" clId="{A9D09F45-7190-4528-B457-6D6A00256F2A}" dt="2026-08-30T16:30:59.651" v="619" actId="22"/>
          <ac:spMkLst>
            <pc:docMk/>
            <pc:sldMk cId="0" sldId="285"/>
            <ac:spMk id="21" creationId="{1E341B43-47C9-0888-23EA-A7795256DF39}"/>
          </ac:spMkLst>
        </pc:spChg>
      </pc:sldChg>
      <pc:sldChg chg="addSp delSp del mod">
        <pc:chgData name="Pavel Dennis" userId="d088e9375cca0060" providerId="LiveId" clId="{A9D09F45-7190-4528-B457-6D6A00256F2A}" dt="2026-09-04T00:26:49.382" v="3503" actId="2696"/>
        <pc:sldMkLst>
          <pc:docMk/>
          <pc:sldMk cId="0" sldId="286"/>
        </pc:sldMkLst>
        <pc:spChg chg="del">
          <ac:chgData name="Pavel Dennis" userId="d088e9375cca0060" providerId="LiveId" clId="{A9D09F45-7190-4528-B457-6D6A00256F2A}" dt="2026-09-03T17:24:08.401" v="1929" actId="478"/>
          <ac:spMkLst>
            <pc:docMk/>
            <pc:sldMk cId="0" sldId="286"/>
            <ac:spMk id="8" creationId="{00000000-0000-0000-0000-000000000000}"/>
          </ac:spMkLst>
        </pc:spChg>
      </pc:sldChg>
      <pc:sldChg chg="addSp delSp del mod">
        <pc:chgData name="Pavel Dennis" userId="d088e9375cca0060" providerId="LiveId" clId="{A9D09F45-7190-4528-B457-6D6A00256F2A}" dt="2026-09-04T00:26:49.382" v="3503" actId="2696"/>
        <pc:sldMkLst>
          <pc:docMk/>
          <pc:sldMk cId="0" sldId="287"/>
        </pc:sldMkLst>
        <pc:spChg chg="del">
          <ac:chgData name="Pavel Dennis" userId="d088e9375cca0060" providerId="LiveId" clId="{A9D09F45-7190-4528-B457-6D6A00256F2A}" dt="2026-09-03T17:24:10.560" v="1930" actId="478"/>
          <ac:spMkLst>
            <pc:docMk/>
            <pc:sldMk cId="0" sldId="287"/>
            <ac:spMk id="8" creationId="{00000000-0000-0000-0000-000000000000}"/>
          </ac:spMkLst>
        </pc:spChg>
      </pc:sldChg>
      <pc:sldChg chg="addSp delSp modSp mod">
        <pc:chgData name="Pavel Dennis" userId="d088e9375cca0060" providerId="LiveId" clId="{A9D09F45-7190-4528-B457-6D6A00256F2A}" dt="2026-09-04T00:29:35.187" v="3583" actId="1035"/>
        <pc:sldMkLst>
          <pc:docMk/>
          <pc:sldMk cId="0" sldId="289"/>
        </pc:sldMkLst>
        <pc:spChg chg="add">
          <ac:chgData name="Pavel Dennis" userId="d088e9375cca0060" providerId="LiveId" clId="{A9D09F45-7190-4528-B457-6D6A00256F2A}" dt="2026-09-04T00:27:16.459" v="3547" actId="22"/>
          <ac:spMkLst>
            <pc:docMk/>
            <pc:sldMk cId="0" sldId="289"/>
            <ac:spMk id="7" creationId="{E4024CF7-42A9-8149-0411-DA9F1B20C4F1}"/>
          </ac:spMkLst>
        </pc:spChg>
        <pc:spChg chg="del">
          <ac:chgData name="Pavel Dennis" userId="d088e9375cca0060" providerId="LiveId" clId="{A9D09F45-7190-4528-B457-6D6A00256F2A}" dt="2026-09-03T17:24:13.815" v="1931" actId="478"/>
          <ac:spMkLst>
            <pc:docMk/>
            <pc:sldMk cId="0" sldId="289"/>
            <ac:spMk id="8" creationId="{00000000-0000-0000-0000-000000000000}"/>
          </ac:spMkLst>
        </pc:spChg>
        <pc:spChg chg="mod">
          <ac:chgData name="Pavel Dennis" userId="d088e9375cca0060" providerId="LiveId" clId="{A9D09F45-7190-4528-B457-6D6A00256F2A}" dt="2026-09-04T00:29:35.187" v="3583" actId="1035"/>
          <ac:spMkLst>
            <pc:docMk/>
            <pc:sldMk cId="0" sldId="289"/>
            <ac:spMk id="9" creationId="{00000000-0000-0000-0000-000000000000}"/>
          </ac:spMkLst>
        </pc:spChg>
        <pc:spChg chg="mod">
          <ac:chgData name="Pavel Dennis" userId="d088e9375cca0060" providerId="LiveId" clId="{A9D09F45-7190-4528-B457-6D6A00256F2A}" dt="2026-09-04T00:29:35.187" v="3583" actId="1035"/>
          <ac:spMkLst>
            <pc:docMk/>
            <pc:sldMk cId="0" sldId="289"/>
            <ac:spMk id="10" creationId="{00000000-0000-0000-0000-000000000000}"/>
          </ac:spMkLst>
        </pc:spChg>
        <pc:spChg chg="mod">
          <ac:chgData name="Pavel Dennis" userId="d088e9375cca0060" providerId="LiveId" clId="{A9D09F45-7190-4528-B457-6D6A00256F2A}" dt="2026-09-04T00:29:35.187" v="3583" actId="1035"/>
          <ac:spMkLst>
            <pc:docMk/>
            <pc:sldMk cId="0" sldId="289"/>
            <ac:spMk id="11" creationId="{00000000-0000-0000-0000-000000000000}"/>
          </ac:spMkLst>
        </pc:spChg>
        <pc:spChg chg="mod">
          <ac:chgData name="Pavel Dennis" userId="d088e9375cca0060" providerId="LiveId" clId="{A9D09F45-7190-4528-B457-6D6A00256F2A}" dt="2026-09-04T00:29:35.187" v="3583" actId="1035"/>
          <ac:spMkLst>
            <pc:docMk/>
            <pc:sldMk cId="0" sldId="289"/>
            <ac:spMk id="12" creationId="{00000000-0000-0000-0000-000000000000}"/>
          </ac:spMkLst>
        </pc:spChg>
        <pc:spChg chg="mod">
          <ac:chgData name="Pavel Dennis" userId="d088e9375cca0060" providerId="LiveId" clId="{A9D09F45-7190-4528-B457-6D6A00256F2A}" dt="2026-09-04T00:29:35.187" v="3583" actId="1035"/>
          <ac:spMkLst>
            <pc:docMk/>
            <pc:sldMk cId="0" sldId="289"/>
            <ac:spMk id="13" creationId="{00000000-0000-0000-0000-000000000000}"/>
          </ac:spMkLst>
        </pc:spChg>
        <pc:spChg chg="mod">
          <ac:chgData name="Pavel Dennis" userId="d088e9375cca0060" providerId="LiveId" clId="{A9D09F45-7190-4528-B457-6D6A00256F2A}" dt="2026-09-04T00:29:35.187" v="3583" actId="1035"/>
          <ac:spMkLst>
            <pc:docMk/>
            <pc:sldMk cId="0" sldId="289"/>
            <ac:spMk id="14" creationId="{00000000-0000-0000-0000-000000000000}"/>
          </ac:spMkLst>
        </pc:spChg>
        <pc:spChg chg="mod">
          <ac:chgData name="Pavel Dennis" userId="d088e9375cca0060" providerId="LiveId" clId="{A9D09F45-7190-4528-B457-6D6A00256F2A}" dt="2026-09-04T00:29:35.187" v="3583" actId="1035"/>
          <ac:spMkLst>
            <pc:docMk/>
            <pc:sldMk cId="0" sldId="289"/>
            <ac:spMk id="15" creationId="{00000000-0000-0000-0000-000000000000}"/>
          </ac:spMkLst>
        </pc:spChg>
        <pc:spChg chg="mod">
          <ac:chgData name="Pavel Dennis" userId="d088e9375cca0060" providerId="LiveId" clId="{A9D09F45-7190-4528-B457-6D6A00256F2A}" dt="2026-09-04T00:29:35.187" v="3583" actId="1035"/>
          <ac:spMkLst>
            <pc:docMk/>
            <pc:sldMk cId="0" sldId="289"/>
            <ac:spMk id="16" creationId="{00000000-0000-0000-0000-000000000000}"/>
          </ac:spMkLst>
        </pc:spChg>
        <pc:spChg chg="add">
          <ac:chgData name="Pavel Dennis" userId="d088e9375cca0060" providerId="LiveId" clId="{A9D09F45-7190-4528-B457-6D6A00256F2A}" dt="2026-08-30T16:31:20.122" v="625" actId="22"/>
          <ac:spMkLst>
            <pc:docMk/>
            <pc:sldMk cId="0" sldId="289"/>
            <ac:spMk id="18" creationId="{CDCB61DD-3C4C-2E1C-4EB0-CCA4B81BE75C}"/>
          </ac:spMkLst>
        </pc:spChg>
        <pc:spChg chg="add">
          <ac:chgData name="Pavel Dennis" userId="d088e9375cca0060" providerId="LiveId" clId="{A9D09F45-7190-4528-B457-6D6A00256F2A}" dt="2026-09-04T00:27:16.459" v="3547" actId="22"/>
          <ac:spMkLst>
            <pc:docMk/>
            <pc:sldMk cId="0" sldId="289"/>
            <ac:spMk id="19" creationId="{141603F3-5D7E-0BA0-4D91-A3BCAEC21C6B}"/>
          </ac:spMkLst>
        </pc:spChg>
        <pc:spChg chg="add">
          <ac:chgData name="Pavel Dennis" userId="d088e9375cca0060" providerId="LiveId" clId="{A9D09F45-7190-4528-B457-6D6A00256F2A}" dt="2026-09-04T00:27:16.459" v="3547" actId="22"/>
          <ac:spMkLst>
            <pc:docMk/>
            <pc:sldMk cId="0" sldId="289"/>
            <ac:spMk id="21" creationId="{C4A9D93B-D83E-6E48-6014-5054E9AACBD3}"/>
          </ac:spMkLst>
        </pc:spChg>
        <pc:spChg chg="add mod">
          <ac:chgData name="Pavel Dennis" userId="d088e9375cca0060" providerId="LiveId" clId="{A9D09F45-7190-4528-B457-6D6A00256F2A}" dt="2026-09-04T00:27:23.527" v="3562" actId="20577"/>
          <ac:spMkLst>
            <pc:docMk/>
            <pc:sldMk cId="0" sldId="289"/>
            <ac:spMk id="23" creationId="{80E44FF8-19BD-8996-B741-3CF4FACE3E4E}"/>
          </ac:spMkLst>
        </pc:spChg>
        <pc:spChg chg="add del">
          <ac:chgData name="Pavel Dennis" userId="d088e9375cca0060" providerId="LiveId" clId="{A9D09F45-7190-4528-B457-6D6A00256F2A}" dt="2026-09-04T00:29:18.931" v="3563" actId="478"/>
          <ac:spMkLst>
            <pc:docMk/>
            <pc:sldMk cId="0" sldId="289"/>
            <ac:spMk id="25" creationId="{65874AE0-3E48-6869-F289-27F3296D2447}"/>
          </ac:spMkLst>
        </pc:spChg>
      </pc:sldChg>
      <pc:sldChg chg="addSp delSp modSp mod">
        <pc:chgData name="Pavel Dennis" userId="d088e9375cca0060" providerId="LiveId" clId="{A9D09F45-7190-4528-B457-6D6A00256F2A}" dt="2026-09-04T00:30:14.465" v="3605" actId="20577"/>
        <pc:sldMkLst>
          <pc:docMk/>
          <pc:sldMk cId="0" sldId="290"/>
        </pc:sldMkLst>
        <pc:spChg chg="add mod">
          <ac:chgData name="Pavel Dennis" userId="d088e9375cca0060" providerId="LiveId" clId="{A9D09F45-7190-4528-B457-6D6A00256F2A}" dt="2026-09-04T00:30:14.465" v="3605" actId="20577"/>
          <ac:spMkLst>
            <pc:docMk/>
            <pc:sldMk cId="0" sldId="290"/>
            <ac:spMk id="7" creationId="{266D7CEB-6DBF-BC73-91FB-EFA77153EF72}"/>
          </ac:spMkLst>
        </pc:spChg>
        <pc:spChg chg="del">
          <ac:chgData name="Pavel Dennis" userId="d088e9375cca0060" providerId="LiveId" clId="{A9D09F45-7190-4528-B457-6D6A00256F2A}" dt="2026-09-03T17:24:15.609" v="1932" actId="478"/>
          <ac:spMkLst>
            <pc:docMk/>
            <pc:sldMk cId="0" sldId="290"/>
            <ac:spMk id="8" creationId="{00000000-0000-0000-0000-000000000000}"/>
          </ac:spMkLst>
        </pc:spChg>
        <pc:spChg chg="add">
          <ac:chgData name="Pavel Dennis" userId="d088e9375cca0060" providerId="LiveId" clId="{A9D09F45-7190-4528-B457-6D6A00256F2A}" dt="2026-08-30T16:31:24.603" v="627" actId="22"/>
          <ac:spMkLst>
            <pc:docMk/>
            <pc:sldMk cId="0" sldId="290"/>
            <ac:spMk id="65" creationId="{FC5CB728-617C-5ED8-C34F-C8450F4E287F}"/>
          </ac:spMkLst>
        </pc:spChg>
      </pc:sldChg>
      <pc:sldChg chg="addSp delSp modSp mod">
        <pc:chgData name="Pavel Dennis" userId="d088e9375cca0060" providerId="LiveId" clId="{A9D09F45-7190-4528-B457-6D6A00256F2A}" dt="2026-09-04T00:30:27.693" v="3632" actId="20577"/>
        <pc:sldMkLst>
          <pc:docMk/>
          <pc:sldMk cId="0" sldId="291"/>
        </pc:sldMkLst>
        <pc:spChg chg="add mod">
          <ac:chgData name="Pavel Dennis" userId="d088e9375cca0060" providerId="LiveId" clId="{A9D09F45-7190-4528-B457-6D6A00256F2A}" dt="2026-09-04T00:30:27.693" v="3632" actId="20577"/>
          <ac:spMkLst>
            <pc:docMk/>
            <pc:sldMk cId="0" sldId="291"/>
            <ac:spMk id="7" creationId="{729B10BD-8789-497A-F199-0AADAACB0857}"/>
          </ac:spMkLst>
        </pc:spChg>
        <pc:spChg chg="del">
          <ac:chgData name="Pavel Dennis" userId="d088e9375cca0060" providerId="LiveId" clId="{A9D09F45-7190-4528-B457-6D6A00256F2A}" dt="2026-09-03T17:24:19.994" v="1933" actId="478"/>
          <ac:spMkLst>
            <pc:docMk/>
            <pc:sldMk cId="0" sldId="291"/>
            <ac:spMk id="8" creationId="{00000000-0000-0000-0000-000000000000}"/>
          </ac:spMkLst>
        </pc:spChg>
        <pc:spChg chg="add">
          <ac:chgData name="Pavel Dennis" userId="d088e9375cca0060" providerId="LiveId" clId="{A9D09F45-7190-4528-B457-6D6A00256F2A}" dt="2026-08-30T16:31:29.454" v="629" actId="22"/>
          <ac:spMkLst>
            <pc:docMk/>
            <pc:sldMk cId="0" sldId="291"/>
            <ac:spMk id="20" creationId="{42CE9581-B209-C972-5D7C-EB5CDDCFF32B}"/>
          </ac:spMkLst>
        </pc:spChg>
      </pc:sldChg>
      <pc:sldChg chg="addSp delSp del mod">
        <pc:chgData name="Pavel Dennis" userId="d088e9375cca0060" providerId="LiveId" clId="{A9D09F45-7190-4528-B457-6D6A00256F2A}" dt="2026-09-04T00:30:44.211" v="3633" actId="2696"/>
        <pc:sldMkLst>
          <pc:docMk/>
          <pc:sldMk cId="0" sldId="292"/>
        </pc:sldMkLst>
        <pc:spChg chg="del">
          <ac:chgData name="Pavel Dennis" userId="d088e9375cca0060" providerId="LiveId" clId="{A9D09F45-7190-4528-B457-6D6A00256F2A}" dt="2026-09-03T17:24:23.251" v="1934" actId="478"/>
          <ac:spMkLst>
            <pc:docMk/>
            <pc:sldMk cId="0" sldId="292"/>
            <ac:spMk id="8" creationId="{00000000-0000-0000-0000-000000000000}"/>
          </ac:spMkLst>
        </pc:spChg>
      </pc:sldChg>
      <pc:sldChg chg="addSp delSp del mod">
        <pc:chgData name="Pavel Dennis" userId="d088e9375cca0060" providerId="LiveId" clId="{A9D09F45-7190-4528-B457-6D6A00256F2A}" dt="2026-09-04T00:17:56.467" v="3457" actId="2696"/>
        <pc:sldMkLst>
          <pc:docMk/>
          <pc:sldMk cId="0" sldId="293"/>
        </pc:sldMkLst>
        <pc:spChg chg="del">
          <ac:chgData name="Pavel Dennis" userId="d088e9375cca0060" providerId="LiveId" clId="{A9D09F45-7190-4528-B457-6D6A00256F2A}" dt="2026-09-03T17:24:25.355" v="1935" actId="478"/>
          <ac:spMkLst>
            <pc:docMk/>
            <pc:sldMk cId="0" sldId="293"/>
            <ac:spMk id="8" creationId="{00000000-0000-0000-0000-000000000000}"/>
          </ac:spMkLst>
        </pc:spChg>
      </pc:sldChg>
      <pc:sldChg chg="addSp delSp modSp mod">
        <pc:chgData name="Pavel Dennis" userId="d088e9375cca0060" providerId="LiveId" clId="{A9D09F45-7190-4528-B457-6D6A00256F2A}" dt="2026-09-04T00:18:42.550" v="3463" actId="255"/>
        <pc:sldMkLst>
          <pc:docMk/>
          <pc:sldMk cId="0" sldId="294"/>
        </pc:sldMkLst>
        <pc:spChg chg="del">
          <ac:chgData name="Pavel Dennis" userId="d088e9375cca0060" providerId="LiveId" clId="{A9D09F45-7190-4528-B457-6D6A00256F2A}" dt="2026-09-03T17:24:27.548" v="1936" actId="478"/>
          <ac:spMkLst>
            <pc:docMk/>
            <pc:sldMk cId="0" sldId="294"/>
            <ac:spMk id="8" creationId="{00000000-0000-0000-0000-000000000000}"/>
          </ac:spMkLst>
        </pc:spChg>
        <pc:spChg chg="mod">
          <ac:chgData name="Pavel Dennis" userId="d088e9375cca0060" providerId="LiveId" clId="{A9D09F45-7190-4528-B457-6D6A00256F2A}" dt="2026-09-04T00:18:25.977" v="3459" actId="255"/>
          <ac:spMkLst>
            <pc:docMk/>
            <pc:sldMk cId="0" sldId="294"/>
            <ac:spMk id="11" creationId="{00000000-0000-0000-0000-000000000000}"/>
          </ac:spMkLst>
        </pc:spChg>
        <pc:spChg chg="mod">
          <ac:chgData name="Pavel Dennis" userId="d088e9375cca0060" providerId="LiveId" clId="{A9D09F45-7190-4528-B457-6D6A00256F2A}" dt="2026-09-04T00:18:34.111" v="3461" actId="255"/>
          <ac:spMkLst>
            <pc:docMk/>
            <pc:sldMk cId="0" sldId="294"/>
            <ac:spMk id="14" creationId="{00000000-0000-0000-0000-000000000000}"/>
          </ac:spMkLst>
        </pc:spChg>
        <pc:spChg chg="mod">
          <ac:chgData name="Pavel Dennis" userId="d088e9375cca0060" providerId="LiveId" clId="{A9D09F45-7190-4528-B457-6D6A00256F2A}" dt="2026-09-04T00:18:42.550" v="3463" actId="255"/>
          <ac:spMkLst>
            <pc:docMk/>
            <pc:sldMk cId="0" sldId="294"/>
            <ac:spMk id="17" creationId="{00000000-0000-0000-0000-000000000000}"/>
          </ac:spMkLst>
        </pc:spChg>
        <pc:spChg chg="add">
          <ac:chgData name="Pavel Dennis" userId="d088e9375cca0060" providerId="LiveId" clId="{A9D09F45-7190-4528-B457-6D6A00256F2A}" dt="2026-08-30T16:31:45.623" v="635" actId="22"/>
          <ac:spMkLst>
            <pc:docMk/>
            <pc:sldMk cId="0" sldId="294"/>
            <ac:spMk id="20" creationId="{29A1BC3D-2FE4-B416-CA8A-443D4847BB6B}"/>
          </ac:spMkLst>
        </pc:spChg>
      </pc:sldChg>
      <pc:sldChg chg="addSp delSp modSp mod">
        <pc:chgData name="Pavel Dennis" userId="d088e9375cca0060" providerId="LiveId" clId="{A9D09F45-7190-4528-B457-6D6A00256F2A}" dt="2026-09-04T00:39:08.263" v="3755" actId="20577"/>
        <pc:sldMkLst>
          <pc:docMk/>
          <pc:sldMk cId="0" sldId="295"/>
        </pc:sldMkLst>
        <pc:spChg chg="del">
          <ac:chgData name="Pavel Dennis" userId="d088e9375cca0060" providerId="LiveId" clId="{A9D09F45-7190-4528-B457-6D6A00256F2A}" dt="2026-09-03T17:24:29.426" v="1937" actId="478"/>
          <ac:spMkLst>
            <pc:docMk/>
            <pc:sldMk cId="0" sldId="295"/>
            <ac:spMk id="8" creationId="{00000000-0000-0000-0000-000000000000}"/>
          </ac:spMkLst>
        </pc:spChg>
        <pc:spChg chg="mod">
          <ac:chgData name="Pavel Dennis" userId="d088e9375cca0060" providerId="LiveId" clId="{A9D09F45-7190-4528-B457-6D6A00256F2A}" dt="2026-09-04T00:39:08.263" v="3755" actId="20577"/>
          <ac:spMkLst>
            <pc:docMk/>
            <pc:sldMk cId="0" sldId="295"/>
            <ac:spMk id="9" creationId="{00000000-0000-0000-0000-000000000000}"/>
          </ac:spMkLst>
        </pc:spChg>
        <pc:spChg chg="add">
          <ac:chgData name="Pavel Dennis" userId="d088e9375cca0060" providerId="LiveId" clId="{A9D09F45-7190-4528-B457-6D6A00256F2A}" dt="2026-08-30T16:31:51.547" v="637" actId="22"/>
          <ac:spMkLst>
            <pc:docMk/>
            <pc:sldMk cId="0" sldId="295"/>
            <ac:spMk id="12" creationId="{A5F7DF01-DCAF-711C-ED8A-D3F71D575A81}"/>
          </ac:spMkLst>
        </pc:spChg>
      </pc:sldChg>
      <pc:sldChg chg="addSp delSp modSp del mod">
        <pc:chgData name="Pavel Dennis" userId="d088e9375cca0060" providerId="LiveId" clId="{A9D09F45-7190-4528-B457-6D6A00256F2A}" dt="2026-09-04T00:19:34.145" v="3464" actId="2696"/>
        <pc:sldMkLst>
          <pc:docMk/>
          <pc:sldMk cId="0" sldId="296"/>
        </pc:sldMkLst>
      </pc:sldChg>
      <pc:sldChg chg="addSp delSp modSp add mod">
        <pc:chgData name="Pavel Dennis" userId="d088e9375cca0060" providerId="LiveId" clId="{A9D09F45-7190-4528-B457-6D6A00256F2A}" dt="2026-09-03T17:20:37.832" v="1902" actId="478"/>
        <pc:sldMkLst>
          <pc:docMk/>
          <pc:sldMk cId="2736275195" sldId="297"/>
        </pc:sldMkLst>
        <pc:spChg chg="del mod">
          <ac:chgData name="Pavel Dennis" userId="d088e9375cca0060" providerId="LiveId" clId="{A9D09F45-7190-4528-B457-6D6A00256F2A}" dt="2026-09-03T17:20:37.832" v="1902" actId="478"/>
          <ac:spMkLst>
            <pc:docMk/>
            <pc:sldMk cId="2736275195" sldId="297"/>
            <ac:spMk id="8" creationId="{3CC8CD8F-B6BB-720A-8BD7-88DB5379963E}"/>
          </ac:spMkLst>
        </pc:spChg>
        <pc:spChg chg="mod">
          <ac:chgData name="Pavel Dennis" userId="d088e9375cca0060" providerId="LiveId" clId="{A9D09F45-7190-4528-B457-6D6A00256F2A}" dt="2026-08-30T17:25:43.111" v="891" actId="255"/>
          <ac:spMkLst>
            <pc:docMk/>
            <pc:sldMk cId="2736275195" sldId="297"/>
            <ac:spMk id="19" creationId="{4A9FB3E7-0E2D-2FEE-4008-A5BEC1E27759}"/>
          </ac:spMkLst>
        </pc:spChg>
        <pc:spChg chg="mod">
          <ac:chgData name="Pavel Dennis" userId="d088e9375cca0060" providerId="LiveId" clId="{A9D09F45-7190-4528-B457-6D6A00256F2A}" dt="2026-08-30T17:26:10.823" v="895" actId="255"/>
          <ac:spMkLst>
            <pc:docMk/>
            <pc:sldMk cId="2736275195" sldId="297"/>
            <ac:spMk id="22" creationId="{17D43082-0482-21D3-975D-FA09ACD8DD8D}"/>
          </ac:spMkLst>
        </pc:spChg>
        <pc:spChg chg="mod">
          <ac:chgData name="Pavel Dennis" userId="d088e9375cca0060" providerId="LiveId" clId="{A9D09F45-7190-4528-B457-6D6A00256F2A}" dt="2026-08-30T17:26:03.069" v="893" actId="255"/>
          <ac:spMkLst>
            <pc:docMk/>
            <pc:sldMk cId="2736275195" sldId="297"/>
            <ac:spMk id="25" creationId="{E122D465-AC38-FD2C-50FB-AE93144CC2BD}"/>
          </ac:spMkLst>
        </pc:spChg>
        <pc:spChg chg="add">
          <ac:chgData name="Pavel Dennis" userId="d088e9375cca0060" providerId="LiveId" clId="{A9D09F45-7190-4528-B457-6D6A00256F2A}" dt="2026-08-30T16:28:48.043" v="579" actId="22"/>
          <ac:spMkLst>
            <pc:docMk/>
            <pc:sldMk cId="2736275195" sldId="297"/>
            <ac:spMk id="27" creationId="{A5F944C6-B762-A502-3E5D-7E11EC953FC9}"/>
          </ac:spMkLst>
        </pc:spChg>
        <pc:spChg chg="add">
          <ac:chgData name="Pavel Dennis" userId="d088e9375cca0060" providerId="LiveId" clId="{A9D09F45-7190-4528-B457-6D6A00256F2A}" dt="2026-08-30T17:26:57.026" v="897" actId="22"/>
          <ac:spMkLst>
            <pc:docMk/>
            <pc:sldMk cId="2736275195" sldId="297"/>
            <ac:spMk id="29" creationId="{0FEE526C-9E5F-0A72-94F6-AACEB1550EAB}"/>
          </ac:spMkLst>
        </pc:spChg>
      </pc:sldChg>
      <pc:sldChg chg="addSp delSp modSp add mod ord">
        <pc:chgData name="Pavel Dennis" userId="d088e9375cca0060" providerId="LiveId" clId="{A9D09F45-7190-4528-B457-6D6A00256F2A}" dt="2026-09-03T17:20:42.377" v="1903" actId="478"/>
        <pc:sldMkLst>
          <pc:docMk/>
          <pc:sldMk cId="3348127676" sldId="298"/>
        </pc:sldMkLst>
        <pc:spChg chg="del mod">
          <ac:chgData name="Pavel Dennis" userId="d088e9375cca0060" providerId="LiveId" clId="{A9D09F45-7190-4528-B457-6D6A00256F2A}" dt="2026-09-03T17:20:42.377" v="1903" actId="478"/>
          <ac:spMkLst>
            <pc:docMk/>
            <pc:sldMk cId="3348127676" sldId="298"/>
            <ac:spMk id="8" creationId="{5AA08F5D-16DC-D695-FE4B-9D244846B3C8}"/>
          </ac:spMkLst>
        </pc:spChg>
        <pc:spChg chg="mod">
          <ac:chgData name="Pavel Dennis" userId="d088e9375cca0060" providerId="LiveId" clId="{A9D09F45-7190-4528-B457-6D6A00256F2A}" dt="2026-08-30T17:27:26.942" v="902" actId="20577"/>
          <ac:spMkLst>
            <pc:docMk/>
            <pc:sldMk cId="3348127676" sldId="298"/>
            <ac:spMk id="15" creationId="{793BA13A-4434-2F4E-4E28-B0C1E9F221C2}"/>
          </ac:spMkLst>
        </pc:spChg>
        <pc:spChg chg="mod">
          <ac:chgData name="Pavel Dennis" userId="d088e9375cca0060" providerId="LiveId" clId="{A9D09F45-7190-4528-B457-6D6A00256F2A}" dt="2026-08-30T17:53:45.909" v="1013" actId="20577"/>
          <ac:spMkLst>
            <pc:docMk/>
            <pc:sldMk cId="3348127676" sldId="298"/>
            <ac:spMk id="16" creationId="{DE66D433-B73B-98B6-E886-38D38B3F292A}"/>
          </ac:spMkLst>
        </pc:spChg>
        <pc:picChg chg="add mod">
          <ac:chgData name="Pavel Dennis" userId="d088e9375cca0060" providerId="LiveId" clId="{A9D09F45-7190-4528-B457-6D6A00256F2A}" dt="2026-08-30T18:00:45.907" v="1032" actId="1076"/>
          <ac:picMkLst>
            <pc:docMk/>
            <pc:sldMk cId="3348127676" sldId="298"/>
            <ac:picMk id="9" creationId="{FA0604BB-2381-0D87-61A1-81CBFEB13478}"/>
          </ac:picMkLst>
        </pc:picChg>
      </pc:sldChg>
      <pc:sldChg chg="addSp delSp modSp add mod">
        <pc:chgData name="Pavel Dennis" userId="d088e9375cca0060" providerId="LiveId" clId="{A9D09F45-7190-4528-B457-6D6A00256F2A}" dt="2026-09-03T17:20:47.456" v="1904" actId="478"/>
        <pc:sldMkLst>
          <pc:docMk/>
          <pc:sldMk cId="3306283604" sldId="299"/>
        </pc:sldMkLst>
        <pc:spChg chg="del mod">
          <ac:chgData name="Pavel Dennis" userId="d088e9375cca0060" providerId="LiveId" clId="{A9D09F45-7190-4528-B457-6D6A00256F2A}" dt="2026-09-03T17:20:47.456" v="1904" actId="478"/>
          <ac:spMkLst>
            <pc:docMk/>
            <pc:sldMk cId="3306283604" sldId="299"/>
            <ac:spMk id="8" creationId="{BC918AAB-81BE-E7CA-1F8D-B74E94801B31}"/>
          </ac:spMkLst>
        </pc:spChg>
        <pc:spChg chg="mod">
          <ac:chgData name="Pavel Dennis" userId="d088e9375cca0060" providerId="LiveId" clId="{A9D09F45-7190-4528-B457-6D6A00256F2A}" dt="2026-08-31T02:39:14.882" v="1049" actId="1035"/>
          <ac:spMkLst>
            <pc:docMk/>
            <pc:sldMk cId="3306283604" sldId="299"/>
            <ac:spMk id="9" creationId="{C0A7BC0F-525F-8C65-0ED7-915DFB01EA8A}"/>
          </ac:spMkLst>
        </pc:spChg>
        <pc:spChg chg="mod">
          <ac:chgData name="Pavel Dennis" userId="d088e9375cca0060" providerId="LiveId" clId="{A9D09F45-7190-4528-B457-6D6A00256F2A}" dt="2026-08-31T02:39:24.177" v="1061" actId="14100"/>
          <ac:spMkLst>
            <pc:docMk/>
            <pc:sldMk cId="3306283604" sldId="299"/>
            <ac:spMk id="10" creationId="{EC42B19C-889C-B481-0564-A0076AD2896D}"/>
          </ac:spMkLst>
        </pc:spChg>
        <pc:spChg chg="mod">
          <ac:chgData name="Pavel Dennis" userId="d088e9375cca0060" providerId="LiveId" clId="{A9D09F45-7190-4528-B457-6D6A00256F2A}" dt="2026-08-30T17:54:53.980" v="1023" actId="255"/>
          <ac:spMkLst>
            <pc:docMk/>
            <pc:sldMk cId="3306283604" sldId="299"/>
            <ac:spMk id="11" creationId="{BF5ED11A-C9CE-1810-3DDE-4746A06B6101}"/>
          </ac:spMkLst>
        </pc:spChg>
        <pc:spChg chg="mod">
          <ac:chgData name="Pavel Dennis" userId="d088e9375cca0060" providerId="LiveId" clId="{A9D09F45-7190-4528-B457-6D6A00256F2A}" dt="2026-08-30T17:55:09.145" v="1025" actId="255"/>
          <ac:spMkLst>
            <pc:docMk/>
            <pc:sldMk cId="3306283604" sldId="299"/>
            <ac:spMk id="17" creationId="{D5F73CA8-37AE-5555-2D6F-9ECC17074D05}"/>
          </ac:spMkLst>
        </pc:spChg>
        <pc:spChg chg="add">
          <ac:chgData name="Pavel Dennis" userId="d088e9375cca0060" providerId="LiveId" clId="{A9D09F45-7190-4528-B457-6D6A00256F2A}" dt="2026-08-31T02:38:58.774" v="1033" actId="22"/>
          <ac:spMkLst>
            <pc:docMk/>
            <pc:sldMk cId="3306283604" sldId="299"/>
            <ac:spMk id="21" creationId="{F08AF316-766A-55B4-5C36-BF7E57644C12}"/>
          </ac:spMkLst>
        </pc:spChg>
      </pc:sldChg>
      <pc:sldChg chg="addSp delSp modSp add mod ord">
        <pc:chgData name="Pavel Dennis" userId="d088e9375cca0060" providerId="LiveId" clId="{A9D09F45-7190-4528-B457-6D6A00256F2A}" dt="2026-09-03T17:20:56.200" v="1906" actId="478"/>
        <pc:sldMkLst>
          <pc:docMk/>
          <pc:sldMk cId="472845489" sldId="300"/>
        </pc:sldMkLst>
        <pc:spChg chg="del mod">
          <ac:chgData name="Pavel Dennis" userId="d088e9375cca0060" providerId="LiveId" clId="{A9D09F45-7190-4528-B457-6D6A00256F2A}" dt="2026-09-03T17:20:56.200" v="1906" actId="478"/>
          <ac:spMkLst>
            <pc:docMk/>
            <pc:sldMk cId="472845489" sldId="300"/>
            <ac:spMk id="8" creationId="{164C2898-56A5-6D95-2257-B7A4D36387EF}"/>
          </ac:spMkLst>
        </pc:spChg>
        <pc:spChg chg="mod">
          <ac:chgData name="Pavel Dennis" userId="d088e9375cca0060" providerId="LiveId" clId="{A9D09F45-7190-4528-B457-6D6A00256F2A}" dt="2026-08-31T02:56:47.932" v="1087" actId="20577"/>
          <ac:spMkLst>
            <pc:docMk/>
            <pc:sldMk cId="472845489" sldId="300"/>
            <ac:spMk id="15" creationId="{BB29B703-D4E4-A9C5-B7D6-4E78C9E692F8}"/>
          </ac:spMkLst>
        </pc:spChg>
        <pc:spChg chg="mod">
          <ac:chgData name="Pavel Dennis" userId="d088e9375cca0060" providerId="LiveId" clId="{A9D09F45-7190-4528-B457-6D6A00256F2A}" dt="2026-09-03T16:02:20.618" v="1799" actId="115"/>
          <ac:spMkLst>
            <pc:docMk/>
            <pc:sldMk cId="472845489" sldId="300"/>
            <ac:spMk id="16" creationId="{4AEB4DB7-F20A-43C7-905B-C494D8D5899D}"/>
          </ac:spMkLst>
        </pc:spChg>
        <pc:picChg chg="add mod">
          <ac:chgData name="Pavel Dennis" userId="d088e9375cca0060" providerId="LiveId" clId="{A9D09F45-7190-4528-B457-6D6A00256F2A}" dt="2026-08-31T03:02:11.773" v="1148" actId="1038"/>
          <ac:picMkLst>
            <pc:docMk/>
            <pc:sldMk cId="472845489" sldId="300"/>
            <ac:picMk id="7" creationId="{BA74E73C-E6B3-496B-7034-EE0EF2E74DDB}"/>
          </ac:picMkLst>
        </pc:picChg>
      </pc:sldChg>
      <pc:sldChg chg="addSp delSp modSp add mod">
        <pc:chgData name="Pavel Dennis" userId="d088e9375cca0060" providerId="LiveId" clId="{A9D09F45-7190-4528-B457-6D6A00256F2A}" dt="2026-09-03T17:21:12.216" v="1910" actId="478"/>
        <pc:sldMkLst>
          <pc:docMk/>
          <pc:sldMk cId="2955736407" sldId="301"/>
        </pc:sldMkLst>
        <pc:spChg chg="del mod">
          <ac:chgData name="Pavel Dennis" userId="d088e9375cca0060" providerId="LiveId" clId="{A9D09F45-7190-4528-B457-6D6A00256F2A}" dt="2026-09-03T17:21:12.216" v="1910" actId="478"/>
          <ac:spMkLst>
            <pc:docMk/>
            <pc:sldMk cId="2955736407" sldId="301"/>
            <ac:spMk id="8" creationId="{806911A3-9FAE-AD6B-A9BE-C70E012E16E4}"/>
          </ac:spMkLst>
        </pc:spChg>
        <pc:spChg chg="mod">
          <ac:chgData name="Pavel Dennis" userId="d088e9375cca0060" providerId="LiveId" clId="{A9D09F45-7190-4528-B457-6D6A00256F2A}" dt="2026-08-31T23:46:39.098" v="1413" actId="14100"/>
          <ac:spMkLst>
            <pc:docMk/>
            <pc:sldMk cId="2955736407" sldId="301"/>
            <ac:spMk id="15" creationId="{4E1DDAA9-D2F0-D95A-0AB1-49E13C3F5816}"/>
          </ac:spMkLst>
        </pc:spChg>
        <pc:spChg chg="mod">
          <ac:chgData name="Pavel Dennis" userId="d088e9375cca0060" providerId="LiveId" clId="{A9D09F45-7190-4528-B457-6D6A00256F2A}" dt="2026-09-01T04:02:45.179" v="1529" actId="20577"/>
          <ac:spMkLst>
            <pc:docMk/>
            <pc:sldMk cId="2955736407" sldId="301"/>
            <ac:spMk id="16" creationId="{00710A0D-5584-E72C-69B9-FE5F0A2DDC82}"/>
          </ac:spMkLst>
        </pc:spChg>
        <pc:picChg chg="add mod">
          <ac:chgData name="Pavel Dennis" userId="d088e9375cca0060" providerId="LiveId" clId="{A9D09F45-7190-4528-B457-6D6A00256F2A}" dt="2026-08-31T23:48:53.300" v="1426" actId="1036"/>
          <ac:picMkLst>
            <pc:docMk/>
            <pc:sldMk cId="2955736407" sldId="301"/>
            <ac:picMk id="7" creationId="{8D140698-DBDF-C9C1-9D5D-DAADB6C52C4B}"/>
          </ac:picMkLst>
        </pc:picChg>
      </pc:sldChg>
      <pc:sldChg chg="delSp modSp add mod ord">
        <pc:chgData name="Pavel Dennis" userId="d088e9375cca0060" providerId="LiveId" clId="{A9D09F45-7190-4528-B457-6D6A00256F2A}" dt="2026-09-03T17:21:29.822" v="1917" actId="478"/>
        <pc:sldMkLst>
          <pc:docMk/>
          <pc:sldMk cId="982767045" sldId="302"/>
        </pc:sldMkLst>
        <pc:spChg chg="mod">
          <ac:chgData name="Pavel Dennis" userId="d088e9375cca0060" providerId="LiveId" clId="{A9D09F45-7190-4528-B457-6D6A00256F2A}" dt="2026-09-03T17:18:27.661" v="1884" actId="20577"/>
          <ac:spMkLst>
            <pc:docMk/>
            <pc:sldMk cId="982767045" sldId="302"/>
            <ac:spMk id="4" creationId="{97E51B45-CC99-58F7-7811-C620F24BC494}"/>
          </ac:spMkLst>
        </pc:spChg>
        <pc:spChg chg="del">
          <ac:chgData name="Pavel Dennis" userId="d088e9375cca0060" providerId="LiveId" clId="{A9D09F45-7190-4528-B457-6D6A00256F2A}" dt="2026-09-03T17:21:29.822" v="1917" actId="478"/>
          <ac:spMkLst>
            <pc:docMk/>
            <pc:sldMk cId="982767045" sldId="302"/>
            <ac:spMk id="8" creationId="{495C15FC-0951-8171-1D34-82E7089C86E5}"/>
          </ac:spMkLst>
        </pc:spChg>
        <pc:spChg chg="mod">
          <ac:chgData name="Pavel Dennis" userId="d088e9375cca0060" providerId="LiveId" clId="{A9D09F45-7190-4528-B457-6D6A00256F2A}" dt="2026-09-03T17:17:41.363" v="1867" actId="1035"/>
          <ac:spMkLst>
            <pc:docMk/>
            <pc:sldMk cId="982767045" sldId="302"/>
            <ac:spMk id="9" creationId="{8CC16198-8DA1-52F1-76DD-7B7491B8DAE0}"/>
          </ac:spMkLst>
        </pc:spChg>
        <pc:spChg chg="mod">
          <ac:chgData name="Pavel Dennis" userId="d088e9375cca0060" providerId="LiveId" clId="{A9D09F45-7190-4528-B457-6D6A00256F2A}" dt="2026-09-03T17:17:52.703" v="1883" actId="255"/>
          <ac:spMkLst>
            <pc:docMk/>
            <pc:sldMk cId="982767045" sldId="302"/>
            <ac:spMk id="10" creationId="{64EB1A24-47C6-E387-486B-9924C92B4A9C}"/>
          </ac:spMkLst>
        </pc:spChg>
        <pc:spChg chg="del">
          <ac:chgData name="Pavel Dennis" userId="d088e9375cca0060" providerId="LiveId" clId="{A9D09F45-7190-4528-B457-6D6A00256F2A}" dt="2026-09-03T17:17:35.898" v="1850" actId="478"/>
          <ac:spMkLst>
            <pc:docMk/>
            <pc:sldMk cId="982767045" sldId="302"/>
            <ac:spMk id="24" creationId="{A1205B46-C5CE-F872-3812-012B4778A61D}"/>
          </ac:spMkLst>
        </pc:spChg>
        <pc:picChg chg="del">
          <ac:chgData name="Pavel Dennis" userId="d088e9375cca0060" providerId="LiveId" clId="{A9D09F45-7190-4528-B457-6D6A00256F2A}" dt="2026-09-03T17:13:48.173" v="1803" actId="478"/>
          <ac:picMkLst>
            <pc:docMk/>
            <pc:sldMk cId="982767045" sldId="302"/>
            <ac:picMk id="26" creationId="{4AA25E53-792C-581F-303E-997DCA1CF148}"/>
          </ac:picMkLst>
        </pc:picChg>
      </pc:sldChg>
      <pc:sldChg chg="addSp modSp add mod">
        <pc:chgData name="Pavel Dennis" userId="d088e9375cca0060" providerId="LiveId" clId="{A9D09F45-7190-4528-B457-6D6A00256F2A}" dt="2026-09-03T18:23:20.774" v="2204" actId="20577"/>
        <pc:sldMkLst>
          <pc:docMk/>
          <pc:sldMk cId="3341100988" sldId="303"/>
        </pc:sldMkLst>
        <pc:spChg chg="add mod">
          <ac:chgData name="Pavel Dennis" userId="d088e9375cca0060" providerId="LiveId" clId="{A9D09F45-7190-4528-B457-6D6A00256F2A}" dt="2026-09-03T18:23:20.774" v="2204" actId="20577"/>
          <ac:spMkLst>
            <pc:docMk/>
            <pc:sldMk cId="3341100988" sldId="303"/>
            <ac:spMk id="7" creationId="{019B0CE0-D9F0-9484-4242-EBF7AE623DFD}"/>
          </ac:spMkLst>
        </pc:spChg>
        <pc:spChg chg="mod">
          <ac:chgData name="Pavel Dennis" userId="d088e9375cca0060" providerId="LiveId" clId="{A9D09F45-7190-4528-B457-6D6A00256F2A}" dt="2026-09-03T18:13:43.373" v="2092" actId="20577"/>
          <ac:spMkLst>
            <pc:docMk/>
            <pc:sldMk cId="3341100988" sldId="303"/>
            <ac:spMk id="10" creationId="{9E39733F-E8DF-8C7B-3912-DA2D9A60AADC}"/>
          </ac:spMkLst>
        </pc:spChg>
      </pc:sldChg>
      <pc:sldChg chg="modSp add mod">
        <pc:chgData name="Pavel Dennis" userId="d088e9375cca0060" providerId="LiveId" clId="{A9D09F45-7190-4528-B457-6D6A00256F2A}" dt="2026-09-03T18:58:13.061" v="2422" actId="20577"/>
        <pc:sldMkLst>
          <pc:docMk/>
          <pc:sldMk cId="3503427866" sldId="304"/>
        </pc:sldMkLst>
        <pc:spChg chg="mod">
          <ac:chgData name="Pavel Dennis" userId="d088e9375cca0060" providerId="LiveId" clId="{A9D09F45-7190-4528-B457-6D6A00256F2A}" dt="2026-09-03T18:58:13.061" v="2422" actId="20577"/>
          <ac:spMkLst>
            <pc:docMk/>
            <pc:sldMk cId="3503427866" sldId="304"/>
            <ac:spMk id="7" creationId="{67966F8F-3BAF-81FE-49B9-D14318F64532}"/>
          </ac:spMkLst>
        </pc:spChg>
        <pc:spChg chg="mod">
          <ac:chgData name="Pavel Dennis" userId="d088e9375cca0060" providerId="LiveId" clId="{A9D09F45-7190-4528-B457-6D6A00256F2A}" dt="2026-09-03T18:58:09.912" v="2421" actId="20577"/>
          <ac:spMkLst>
            <pc:docMk/>
            <pc:sldMk cId="3503427866" sldId="304"/>
            <ac:spMk id="10" creationId="{167456DF-193C-E144-7B17-AE27DFC57D71}"/>
          </ac:spMkLst>
        </pc:spChg>
      </pc:sldChg>
      <pc:sldChg chg="modSp add mod">
        <pc:chgData name="Pavel Dennis" userId="d088e9375cca0060" providerId="LiveId" clId="{A9D09F45-7190-4528-B457-6D6A00256F2A}" dt="2026-09-03T19:52:37.447" v="2834" actId="20577"/>
        <pc:sldMkLst>
          <pc:docMk/>
          <pc:sldMk cId="119782046" sldId="305"/>
        </pc:sldMkLst>
        <pc:spChg chg="mod">
          <ac:chgData name="Pavel Dennis" userId="d088e9375cca0060" providerId="LiveId" clId="{A9D09F45-7190-4528-B457-6D6A00256F2A}" dt="2026-09-03T19:49:03.714" v="2805" actId="20577"/>
          <ac:spMkLst>
            <pc:docMk/>
            <pc:sldMk cId="119782046" sldId="305"/>
            <ac:spMk id="4" creationId="{5E159722-1F73-2D1E-483C-22A91CE848B5}"/>
          </ac:spMkLst>
        </pc:spChg>
        <pc:spChg chg="mod">
          <ac:chgData name="Pavel Dennis" userId="d088e9375cca0060" providerId="LiveId" clId="{A9D09F45-7190-4528-B457-6D6A00256F2A}" dt="2026-09-03T19:48:56.032" v="2804" actId="20577"/>
          <ac:spMkLst>
            <pc:docMk/>
            <pc:sldMk cId="119782046" sldId="305"/>
            <ac:spMk id="9" creationId="{B5C2727B-EED7-F67F-3C40-921CEF5CB931}"/>
          </ac:spMkLst>
        </pc:spChg>
        <pc:spChg chg="mod">
          <ac:chgData name="Pavel Dennis" userId="d088e9375cca0060" providerId="LiveId" clId="{A9D09F45-7190-4528-B457-6D6A00256F2A}" dt="2026-09-03T19:52:37.447" v="2834" actId="20577"/>
          <ac:spMkLst>
            <pc:docMk/>
            <pc:sldMk cId="119782046" sldId="305"/>
            <ac:spMk id="10" creationId="{DA998E36-5E08-A1F7-345A-07D556C83639}"/>
          </ac:spMkLst>
        </pc:spChg>
      </pc:sldChg>
      <pc:sldChg chg="add del">
        <pc:chgData name="Pavel Dennis" userId="d088e9375cca0060" providerId="LiveId" clId="{A9D09F45-7190-4528-B457-6D6A00256F2A}" dt="2026-09-03T19:00:53.452" v="2424" actId="2696"/>
        <pc:sldMkLst>
          <pc:docMk/>
          <pc:sldMk cId="2228800388" sldId="305"/>
        </pc:sldMkLst>
      </pc:sldChg>
      <pc:sldChg chg="modSp add mod">
        <pc:chgData name="Pavel Dennis" userId="d088e9375cca0060" providerId="LiveId" clId="{A9D09F45-7190-4528-B457-6D6A00256F2A}" dt="2026-09-03T23:48:06.036" v="3131" actId="6549"/>
        <pc:sldMkLst>
          <pc:docMk/>
          <pc:sldMk cId="1964635228" sldId="306"/>
        </pc:sldMkLst>
        <pc:spChg chg="mod">
          <ac:chgData name="Pavel Dennis" userId="d088e9375cca0060" providerId="LiveId" clId="{A9D09F45-7190-4528-B457-6D6A00256F2A}" dt="2026-09-03T19:49:08.444" v="2806" actId="20577"/>
          <ac:spMkLst>
            <pc:docMk/>
            <pc:sldMk cId="1964635228" sldId="306"/>
            <ac:spMk id="4" creationId="{5FD12D13-9119-F15A-0FF8-DB1398FA2D79}"/>
          </ac:spMkLst>
        </pc:spChg>
        <pc:spChg chg="mod">
          <ac:chgData name="Pavel Dennis" userId="d088e9375cca0060" providerId="LiveId" clId="{A9D09F45-7190-4528-B457-6D6A00256F2A}" dt="2026-09-03T23:48:06.036" v="3131" actId="6549"/>
          <ac:spMkLst>
            <pc:docMk/>
            <pc:sldMk cId="1964635228" sldId="306"/>
            <ac:spMk id="7" creationId="{B736111D-40FD-026D-2B74-58973F96B00C}"/>
          </ac:spMkLst>
        </pc:spChg>
        <pc:spChg chg="mod">
          <ac:chgData name="Pavel Dennis" userId="d088e9375cca0060" providerId="LiveId" clId="{A9D09F45-7190-4528-B457-6D6A00256F2A}" dt="2026-09-03T19:53:34.015" v="2836"/>
          <ac:spMkLst>
            <pc:docMk/>
            <pc:sldMk cId="1964635228" sldId="306"/>
            <ac:spMk id="9" creationId="{FBFF3B23-8CA5-AECA-FF46-3BAEBFD8D4B7}"/>
          </ac:spMkLst>
        </pc:spChg>
        <pc:spChg chg="mod">
          <ac:chgData name="Pavel Dennis" userId="d088e9375cca0060" providerId="LiveId" clId="{A9D09F45-7190-4528-B457-6D6A00256F2A}" dt="2026-09-03T23:08:36.101" v="3049" actId="20577"/>
          <ac:spMkLst>
            <pc:docMk/>
            <pc:sldMk cId="1964635228" sldId="306"/>
            <ac:spMk id="10" creationId="{F3FEED80-7FF0-37AC-C4EF-FE568A063BD0}"/>
          </ac:spMkLst>
        </pc:spChg>
      </pc:sldChg>
      <pc:sldChg chg="addSp delSp modSp add mod">
        <pc:chgData name="Pavel Dennis" userId="d088e9375cca0060" providerId="LiveId" clId="{A9D09F45-7190-4528-B457-6D6A00256F2A}" dt="2026-09-04T00:04:36.770" v="3344" actId="113"/>
        <pc:sldMkLst>
          <pc:docMk/>
          <pc:sldMk cId="144590763" sldId="307"/>
        </pc:sldMkLst>
        <pc:spChg chg="mod">
          <ac:chgData name="Pavel Dennis" userId="d088e9375cca0060" providerId="LiveId" clId="{A9D09F45-7190-4528-B457-6D6A00256F2A}" dt="2026-09-03T19:49:12.428" v="2807" actId="20577"/>
          <ac:spMkLst>
            <pc:docMk/>
            <pc:sldMk cId="144590763" sldId="307"/>
            <ac:spMk id="4" creationId="{67D5515A-6FC0-584E-BF85-FAB5AF651AA6}"/>
          </ac:spMkLst>
        </pc:spChg>
        <pc:spChg chg="del">
          <ac:chgData name="Pavel Dennis" userId="d088e9375cca0060" providerId="LiveId" clId="{A9D09F45-7190-4528-B457-6D6A00256F2A}" dt="2026-09-03T19:53:17.378" v="2835" actId="478"/>
          <ac:spMkLst>
            <pc:docMk/>
            <pc:sldMk cId="144590763" sldId="307"/>
            <ac:spMk id="7" creationId="{BB71D53D-B34E-30BB-F0EB-935466DF1DD7}"/>
          </ac:spMkLst>
        </pc:spChg>
        <pc:spChg chg="add mod">
          <ac:chgData name="Pavel Dennis" userId="d088e9375cca0060" providerId="LiveId" clId="{A9D09F45-7190-4528-B457-6D6A00256F2A}" dt="2026-09-04T00:04:36.770" v="3344" actId="113"/>
          <ac:spMkLst>
            <pc:docMk/>
            <pc:sldMk cId="144590763" sldId="307"/>
            <ac:spMk id="8" creationId="{C073B83B-D2A7-57CA-6348-2E37428E7551}"/>
          </ac:spMkLst>
        </pc:spChg>
        <pc:spChg chg="mod">
          <ac:chgData name="Pavel Dennis" userId="d088e9375cca0060" providerId="LiveId" clId="{A9D09F45-7190-4528-B457-6D6A00256F2A}" dt="2026-09-03T19:53:38.328" v="2837"/>
          <ac:spMkLst>
            <pc:docMk/>
            <pc:sldMk cId="144590763" sldId="307"/>
            <ac:spMk id="9" creationId="{44AE52EA-D512-B615-0623-B2F339DC7618}"/>
          </ac:spMkLst>
        </pc:spChg>
        <pc:spChg chg="mod">
          <ac:chgData name="Pavel Dennis" userId="d088e9375cca0060" providerId="LiveId" clId="{A9D09F45-7190-4528-B457-6D6A00256F2A}" dt="2026-09-03T23:58:12.987" v="3294" actId="6549"/>
          <ac:spMkLst>
            <pc:docMk/>
            <pc:sldMk cId="144590763" sldId="307"/>
            <ac:spMk id="10" creationId="{FE99D9BD-D62F-70D0-C8A7-449B82B3EF64}"/>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s-MX" dirty="0"/>
              <a:t>Dispersión de Datos</a:t>
            </a:r>
          </a:p>
        </c:rich>
      </c:tx>
      <c:overlay val="0"/>
    </c:title>
    <c:autoTitleDeleted val="0"/>
    <c:plotArea>
      <c:layout/>
      <c:lineChart>
        <c:grouping val="standard"/>
        <c:varyColors val="0"/>
        <c:ser>
          <c:idx val="0"/>
          <c:order val="0"/>
          <c:tx>
            <c:strRef>
              <c:f>Sheet1!$B$1</c:f>
              <c:strCache>
                <c:ptCount val="1"/>
                <c:pt idx="0">
                  <c:v>Dawson</c:v>
                </c:pt>
              </c:strCache>
            </c:strRef>
          </c:tx>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11</c:v>
                </c:pt>
                <c:pt idx="1">
                  <c:v>10</c:v>
                </c:pt>
                <c:pt idx="2">
                  <c:v>9</c:v>
                </c:pt>
                <c:pt idx="3">
                  <c:v>10</c:v>
                </c:pt>
                <c:pt idx="4">
                  <c:v>11</c:v>
                </c:pt>
                <c:pt idx="5">
                  <c:v>11</c:v>
                </c:pt>
                <c:pt idx="6">
                  <c:v>10</c:v>
                </c:pt>
                <c:pt idx="7">
                  <c:v>11</c:v>
                </c:pt>
                <c:pt idx="8">
                  <c:v>10</c:v>
                </c:pt>
                <c:pt idx="9">
                  <c:v>10</c:v>
                </c:pt>
              </c:numCache>
            </c:numRef>
          </c:val>
          <c:smooth val="0"/>
          <c:extLst>
            <c:ext xmlns:c16="http://schemas.microsoft.com/office/drawing/2014/chart" uri="{C3380CC4-5D6E-409C-BE32-E72D297353CC}">
              <c16:uniqueId val="{00000000-DE2F-4CA5-BE83-16B72263299D}"/>
            </c:ext>
          </c:extLst>
        </c:ser>
        <c:ser>
          <c:idx val="1"/>
          <c:order val="1"/>
          <c:tx>
            <c:strRef>
              <c:f>Sheet1!$C$1</c:f>
              <c:strCache>
                <c:ptCount val="1"/>
                <c:pt idx="0">
                  <c:v>J.C. Clark</c:v>
                </c:pt>
              </c:strCache>
            </c:strRef>
          </c:tx>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8</c:v>
                </c:pt>
                <c:pt idx="1">
                  <c:v>10</c:v>
                </c:pt>
                <c:pt idx="2">
                  <c:v>13</c:v>
                </c:pt>
                <c:pt idx="3">
                  <c:v>7</c:v>
                </c:pt>
                <c:pt idx="4">
                  <c:v>10</c:v>
                </c:pt>
                <c:pt idx="5">
                  <c:v>11</c:v>
                </c:pt>
                <c:pt idx="6">
                  <c:v>10</c:v>
                </c:pt>
                <c:pt idx="7">
                  <c:v>7</c:v>
                </c:pt>
                <c:pt idx="8">
                  <c:v>15</c:v>
                </c:pt>
                <c:pt idx="9">
                  <c:v>12</c:v>
                </c:pt>
              </c:numCache>
            </c:numRef>
          </c:val>
          <c:smooth val="0"/>
          <c:extLst>
            <c:ext xmlns:c16="http://schemas.microsoft.com/office/drawing/2014/chart" uri="{C3380CC4-5D6E-409C-BE32-E72D297353CC}">
              <c16:uniqueId val="{00000001-DE2F-4CA5-BE83-16B72263299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16"/>
          <c:min val="5"/>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 cy="6858000"/>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38360" y="960120"/>
            <a:ext cx="1325880" cy="1325880"/>
          </a:xfrm>
          <a:prstGeom prst="ellipse">
            <a:avLst/>
          </a:prstGeom>
          <a:solidFill>
            <a:srgbClr val="FFFFFF"/>
          </a:solidFill>
          <a:ln w="3810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06600"/>
            <a:ext cx="4114800" cy="411480"/>
          </a:xfrm>
          <a:prstGeom prst="rect">
            <a:avLst/>
          </a:prstGeom>
          <a:noFill/>
        </p:spPr>
        <p:txBody>
          <a:bodyPr wrap="square" anchor="t">
            <a:spAutoFit/>
          </a:bodyPr>
          <a:lstStyle/>
          <a:p>
            <a:pPr algn="l">
              <a:defRPr sz="1600" b="1">
                <a:solidFill>
                  <a:srgbClr val="E1B73D"/>
                </a:solidFill>
                <a:latin typeface="Montserrat"/>
              </a:defRPr>
            </a:pPr>
            <a:r>
              <a:rPr dirty="0"/>
              <a:t>CAPÍTULO 3</a:t>
            </a:r>
          </a:p>
        </p:txBody>
      </p:sp>
      <p:sp>
        <p:nvSpPr>
          <p:cNvPr id="8" name="TextBox 7"/>
          <p:cNvSpPr txBox="1"/>
          <p:nvPr/>
        </p:nvSpPr>
        <p:spPr>
          <a:xfrm>
            <a:off x="777240" y="2316480"/>
            <a:ext cx="8046720" cy="1631216"/>
          </a:xfrm>
          <a:prstGeom prst="rect">
            <a:avLst/>
          </a:prstGeom>
          <a:noFill/>
        </p:spPr>
        <p:txBody>
          <a:bodyPr wrap="square" anchor="t">
            <a:spAutoFit/>
          </a:bodyPr>
          <a:lstStyle/>
          <a:p>
            <a:pPr algn="l">
              <a:defRPr sz="3600" b="1">
                <a:solidFill>
                  <a:srgbClr val="FFFFFF"/>
                </a:solidFill>
                <a:latin typeface="Montserrat"/>
              </a:defRPr>
            </a:pPr>
            <a:r>
              <a:rPr sz="5000" dirty="0" err="1"/>
              <a:t>Estadística</a:t>
            </a:r>
            <a:r>
              <a:rPr sz="5000" dirty="0"/>
              <a:t> </a:t>
            </a:r>
            <a:r>
              <a:rPr sz="5000" dirty="0" err="1"/>
              <a:t>descriptiva</a:t>
            </a:r>
            <a:r>
              <a:rPr sz="5000" dirty="0"/>
              <a:t>:</a:t>
            </a:r>
            <a:br>
              <a:rPr sz="5000" dirty="0"/>
            </a:br>
            <a:r>
              <a:rPr sz="5000" dirty="0" err="1"/>
              <a:t>medidas</a:t>
            </a:r>
            <a:r>
              <a:rPr sz="5000" dirty="0"/>
              <a:t> </a:t>
            </a:r>
            <a:r>
              <a:rPr sz="5000" dirty="0" err="1"/>
              <a:t>numéricas</a:t>
            </a:r>
            <a:endParaRPr sz="5000" dirty="0"/>
          </a:p>
        </p:txBody>
      </p:sp>
      <p:sp>
        <p:nvSpPr>
          <p:cNvPr id="9" name="TextBox 8"/>
          <p:cNvSpPr txBox="1"/>
          <p:nvPr/>
        </p:nvSpPr>
        <p:spPr>
          <a:xfrm>
            <a:off x="736600" y="288409"/>
            <a:ext cx="10012680" cy="877163"/>
          </a:xfrm>
          <a:prstGeom prst="rect">
            <a:avLst/>
          </a:prstGeom>
          <a:noFill/>
        </p:spPr>
        <p:txBody>
          <a:bodyPr wrap="square" anchor="t">
            <a:spAutoFit/>
          </a:bodyPr>
          <a:lstStyle/>
          <a:p>
            <a:pPr algn="l">
              <a:defRPr sz="1700" b="0">
                <a:solidFill>
                  <a:srgbClr val="E4E8F4"/>
                </a:solidFill>
                <a:latin typeface="Montserrat"/>
              </a:defRPr>
            </a:pPr>
            <a:r>
              <a:rPr lang="es-MX" b="1" dirty="0"/>
              <a:t>FACULTADAD INTERDISCLIPLINARIA DE CIENCIAS ECONÓMICAS Y ADMINISTRATIVAS</a:t>
            </a:r>
          </a:p>
          <a:p>
            <a:pPr algn="l">
              <a:defRPr sz="1700" b="0">
                <a:solidFill>
                  <a:srgbClr val="E4E8F4"/>
                </a:solidFill>
                <a:latin typeface="Montserrat"/>
              </a:defRPr>
            </a:pPr>
            <a:endParaRPr lang="es-MX" b="1" dirty="0"/>
          </a:p>
          <a:p>
            <a:pPr algn="l">
              <a:defRPr sz="1700" b="0">
                <a:solidFill>
                  <a:srgbClr val="E4E8F4"/>
                </a:solidFill>
                <a:latin typeface="Montserrat"/>
              </a:defRPr>
            </a:pPr>
            <a:r>
              <a:rPr lang="es-MX" b="1" dirty="0"/>
              <a:t>DOCTORADO EN CIENCIAS ECONÓMICAS Y ADMINISTRATIVAS</a:t>
            </a:r>
            <a:endParaRPr b="1" dirty="0"/>
          </a:p>
        </p:txBody>
      </p:sp>
      <p:sp>
        <p:nvSpPr>
          <p:cNvPr id="10" name="TextBox 9"/>
          <p:cNvSpPr txBox="1"/>
          <p:nvPr/>
        </p:nvSpPr>
        <p:spPr>
          <a:xfrm>
            <a:off x="804672" y="4597400"/>
            <a:ext cx="6400800" cy="1169551"/>
          </a:xfrm>
          <a:prstGeom prst="rect">
            <a:avLst/>
          </a:prstGeom>
          <a:noFill/>
        </p:spPr>
        <p:txBody>
          <a:bodyPr wrap="square" anchor="t">
            <a:spAutoFit/>
          </a:bodyPr>
          <a:lstStyle/>
          <a:p>
            <a:pPr algn="l">
              <a:defRPr sz="1300" b="1">
                <a:solidFill>
                  <a:srgbClr val="E1B73D"/>
                </a:solidFill>
                <a:latin typeface="Montserrat"/>
              </a:defRPr>
            </a:pPr>
            <a:r>
              <a:rPr lang="es-MX" sz="2000" dirty="0"/>
              <a:t>Alumno: Pavel Raul Dennis Quiñonez</a:t>
            </a:r>
          </a:p>
          <a:p>
            <a:pPr algn="l">
              <a:defRPr sz="1300" b="1">
                <a:solidFill>
                  <a:srgbClr val="E1B73D"/>
                </a:solidFill>
                <a:latin typeface="Montserrat"/>
              </a:defRPr>
            </a:pPr>
            <a:endParaRPr lang="es-MX" sz="1500" dirty="0"/>
          </a:p>
          <a:p>
            <a:pPr algn="l">
              <a:defRPr sz="1300" b="1">
                <a:solidFill>
                  <a:srgbClr val="E1B73D"/>
                </a:solidFill>
                <a:latin typeface="Montserrat"/>
              </a:defRPr>
            </a:pPr>
            <a:endParaRPr lang="es-MX" sz="1500" dirty="0"/>
          </a:p>
          <a:p>
            <a:pPr algn="l">
              <a:defRPr sz="1300" b="1">
                <a:solidFill>
                  <a:srgbClr val="E1B73D"/>
                </a:solidFill>
                <a:latin typeface="Montserrat"/>
              </a:defRPr>
            </a:pPr>
            <a:r>
              <a:rPr lang="es-MX" sz="2000" dirty="0"/>
              <a:t>Docente: Dr. Sergio Ramón Rossetti López</a:t>
            </a:r>
            <a:endParaRPr sz="2000" dirty="0"/>
          </a:p>
        </p:txBody>
      </p:sp>
      <p:sp>
        <p:nvSpPr>
          <p:cNvPr id="11" name="TextBox 10"/>
          <p:cNvSpPr txBox="1"/>
          <p:nvPr/>
        </p:nvSpPr>
        <p:spPr>
          <a:xfrm>
            <a:off x="875792" y="6215519"/>
            <a:ext cx="3657600" cy="276999"/>
          </a:xfrm>
          <a:prstGeom prst="rect">
            <a:avLst/>
          </a:prstGeom>
          <a:noFill/>
        </p:spPr>
        <p:txBody>
          <a:bodyPr wrap="square" anchor="t">
            <a:spAutoFit/>
          </a:bodyPr>
          <a:lstStyle/>
          <a:p>
            <a:pPr>
              <a:defRPr sz="1200" b="1">
                <a:solidFill>
                  <a:srgbClr val="FFFFFF"/>
                </a:solidFill>
                <a:latin typeface="Montserrat"/>
              </a:defRPr>
            </a:pPr>
            <a:r>
              <a:rPr lang="es-MX" dirty="0"/>
              <a:t>2026</a:t>
            </a:r>
            <a:endParaRPr dirty="0"/>
          </a:p>
        </p:txBody>
      </p:sp>
      <p:pic>
        <p:nvPicPr>
          <p:cNvPr id="14" name="Picture 13" descr="logouson">
            <a:extLst>
              <a:ext uri="{FF2B5EF4-FFF2-40B4-BE49-F238E27FC236}">
                <a16:creationId xmlns:a16="http://schemas.microsoft.com/office/drawing/2014/main" id="{C387B40D-E2EE-BC6C-E959-E0BE3B3101EA}"/>
              </a:ext>
            </a:extLst>
          </p:cNvPr>
          <p:cNvPicPr>
            <a:picLocks noChangeAspect="1" noChangeArrowheads="1"/>
          </p:cNvPicPr>
          <p:nvPr/>
        </p:nvPicPr>
        <p:blipFill>
          <a:blip r:embed="rId2" cstate="print"/>
          <a:srcRect/>
          <a:stretch>
            <a:fillRect/>
          </a:stretch>
        </p:blipFill>
        <p:spPr bwMode="auto">
          <a:xfrm>
            <a:off x="9690093" y="939800"/>
            <a:ext cx="1422414" cy="1368003"/>
          </a:xfrm>
          <a:prstGeom prst="rect">
            <a:avLst/>
          </a:prstGeom>
          <a:noFill/>
          <a:ln w="9525">
            <a:noFill/>
            <a:miter lim="800000"/>
            <a:headEnd/>
            <a:tailEnd/>
          </a:ln>
        </p:spPr>
      </p:pic>
      <p:pic>
        <p:nvPicPr>
          <p:cNvPr id="17" name="Picture 16">
            <a:extLst>
              <a:ext uri="{FF2B5EF4-FFF2-40B4-BE49-F238E27FC236}">
                <a16:creationId xmlns:a16="http://schemas.microsoft.com/office/drawing/2014/main" id="{EA50FF0C-5558-2C82-480C-56BF2C2E8EFE}"/>
              </a:ext>
            </a:extLst>
          </p:cNvPr>
          <p:cNvPicPr>
            <a:picLocks noChangeAspect="1"/>
          </p:cNvPicPr>
          <p:nvPr/>
        </p:nvPicPr>
        <p:blipFill>
          <a:blip r:embed="rId3"/>
          <a:stretch>
            <a:fillRect/>
          </a:stretch>
        </p:blipFill>
        <p:spPr>
          <a:xfrm>
            <a:off x="9628124" y="4303337"/>
            <a:ext cx="2343912" cy="2343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INTRODUCCIÓN</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Propósito y mapa del capítulo</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9" name="TextBox 8"/>
          <p:cNvSpPr txBox="1"/>
          <p:nvPr/>
        </p:nvSpPr>
        <p:spPr>
          <a:xfrm>
            <a:off x="640080" y="1325880"/>
            <a:ext cx="1828800" cy="365760"/>
          </a:xfrm>
          <a:prstGeom prst="rect">
            <a:avLst/>
          </a:prstGeom>
          <a:noFill/>
        </p:spPr>
        <p:txBody>
          <a:bodyPr wrap="square" anchor="t">
            <a:spAutoFit/>
          </a:bodyPr>
          <a:lstStyle/>
          <a:p>
            <a:pPr algn="l">
              <a:defRPr sz="1800" b="1">
                <a:solidFill>
                  <a:srgbClr val="24398A"/>
                </a:solidFill>
                <a:latin typeface="Montserrat"/>
              </a:defRPr>
            </a:pPr>
            <a:r>
              <a:rPr dirty="0" err="1"/>
              <a:t>Objetivo</a:t>
            </a:r>
            <a:endParaRPr dirty="0"/>
          </a:p>
        </p:txBody>
      </p:sp>
      <p:sp>
        <p:nvSpPr>
          <p:cNvPr id="10" name="TextBox 9"/>
          <p:cNvSpPr txBox="1"/>
          <p:nvPr/>
        </p:nvSpPr>
        <p:spPr>
          <a:xfrm>
            <a:off x="640080" y="1737360"/>
            <a:ext cx="5120640" cy="1323439"/>
          </a:xfrm>
          <a:prstGeom prst="rect">
            <a:avLst/>
          </a:prstGeom>
          <a:noFill/>
        </p:spPr>
        <p:txBody>
          <a:bodyPr wrap="square" anchor="t">
            <a:spAutoFit/>
          </a:bodyPr>
          <a:lstStyle/>
          <a:p>
            <a:pPr algn="just">
              <a:defRPr sz="1800" b="0">
                <a:solidFill>
                  <a:srgbClr val="000000"/>
                </a:solidFill>
                <a:latin typeface="Montserrat"/>
              </a:defRPr>
            </a:pPr>
            <a:r>
              <a:rPr sz="2000" dirty="0" err="1"/>
              <a:t>Describir</a:t>
            </a:r>
            <a:r>
              <a:rPr sz="2000" dirty="0"/>
              <a:t>, </a:t>
            </a:r>
            <a:r>
              <a:rPr sz="2000" dirty="0" err="1"/>
              <a:t>interpretar</a:t>
            </a:r>
            <a:r>
              <a:rPr sz="2000" dirty="0"/>
              <a:t> y </a:t>
            </a:r>
            <a:r>
              <a:rPr sz="2000" dirty="0" err="1"/>
              <a:t>comparar</a:t>
            </a:r>
            <a:r>
              <a:rPr sz="2000" dirty="0"/>
              <a:t> conjuntos de </a:t>
            </a:r>
            <a:r>
              <a:rPr sz="2000" dirty="0" err="1"/>
              <a:t>datos</a:t>
            </a:r>
            <a:r>
              <a:rPr sz="2000" dirty="0"/>
              <a:t> </a:t>
            </a:r>
            <a:r>
              <a:rPr sz="2000" dirty="0" err="1"/>
              <a:t>mediante</a:t>
            </a:r>
            <a:r>
              <a:rPr sz="2000" dirty="0"/>
              <a:t> </a:t>
            </a:r>
            <a:r>
              <a:rPr sz="2000" dirty="0" err="1"/>
              <a:t>medidas</a:t>
            </a:r>
            <a:r>
              <a:rPr sz="2000" dirty="0"/>
              <a:t> </a:t>
            </a:r>
            <a:r>
              <a:rPr sz="2000" dirty="0" err="1"/>
              <a:t>numéricas</a:t>
            </a:r>
            <a:r>
              <a:rPr sz="2000" dirty="0"/>
              <a:t> </a:t>
            </a:r>
            <a:r>
              <a:rPr sz="2000" dirty="0" err="1"/>
              <a:t>que</a:t>
            </a:r>
            <a:r>
              <a:rPr sz="2000" dirty="0"/>
              <a:t> </a:t>
            </a:r>
            <a:r>
              <a:rPr sz="2000" dirty="0" err="1"/>
              <a:t>permitan</a:t>
            </a:r>
            <a:r>
              <a:rPr sz="2000" dirty="0"/>
              <a:t> </a:t>
            </a:r>
            <a:r>
              <a:rPr sz="2000" dirty="0" err="1"/>
              <a:t>apoyar</a:t>
            </a:r>
            <a:r>
              <a:rPr sz="2000" dirty="0"/>
              <a:t> el </a:t>
            </a:r>
            <a:r>
              <a:rPr sz="2000" dirty="0" err="1"/>
              <a:t>análisis</a:t>
            </a:r>
            <a:r>
              <a:rPr sz="2000" dirty="0"/>
              <a:t> y la </a:t>
            </a:r>
            <a:r>
              <a:rPr sz="2000" dirty="0" err="1"/>
              <a:t>toma</a:t>
            </a:r>
            <a:r>
              <a:rPr sz="2000" dirty="0"/>
              <a:t> de </a:t>
            </a:r>
            <a:r>
              <a:rPr sz="2000" dirty="0" err="1"/>
              <a:t>decisiones</a:t>
            </a:r>
            <a:r>
              <a:rPr sz="2000" dirty="0"/>
              <a:t>.</a:t>
            </a:r>
          </a:p>
        </p:txBody>
      </p:sp>
      <p:sp>
        <p:nvSpPr>
          <p:cNvPr id="11" name="Rounded Rectangle 10"/>
          <p:cNvSpPr/>
          <p:nvPr/>
        </p:nvSpPr>
        <p:spPr>
          <a:xfrm>
            <a:off x="6126480" y="1325880"/>
            <a:ext cx="2468880" cy="109728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91072" y="1435607"/>
            <a:ext cx="2139696" cy="320040"/>
          </a:xfrm>
          <a:prstGeom prst="rect">
            <a:avLst/>
          </a:prstGeom>
          <a:noFill/>
        </p:spPr>
        <p:txBody>
          <a:bodyPr wrap="square" anchor="t">
            <a:spAutoFit/>
          </a:bodyPr>
          <a:lstStyle/>
          <a:p>
            <a:pPr algn="l">
              <a:defRPr sz="1500" b="1">
                <a:solidFill>
                  <a:srgbClr val="24398A"/>
                </a:solidFill>
                <a:latin typeface="Montserrat"/>
              </a:defRPr>
            </a:pPr>
            <a:r>
              <a:t>3.1</a:t>
            </a:r>
          </a:p>
        </p:txBody>
      </p:sp>
      <p:sp>
        <p:nvSpPr>
          <p:cNvPr id="13" name="TextBox 12"/>
          <p:cNvSpPr txBox="1"/>
          <p:nvPr/>
        </p:nvSpPr>
        <p:spPr>
          <a:xfrm>
            <a:off x="6291072" y="1828800"/>
            <a:ext cx="2139696" cy="502919"/>
          </a:xfrm>
          <a:prstGeom prst="rect">
            <a:avLst/>
          </a:prstGeom>
          <a:noFill/>
        </p:spPr>
        <p:txBody>
          <a:bodyPr wrap="square" anchor="t">
            <a:spAutoFit/>
          </a:bodyPr>
          <a:lstStyle/>
          <a:p>
            <a:pPr algn="l">
              <a:defRPr sz="1300" b="0">
                <a:solidFill>
                  <a:srgbClr val="5A5F69"/>
                </a:solidFill>
                <a:latin typeface="Montserrat"/>
              </a:defRPr>
            </a:pPr>
            <a:r>
              <a:rPr lang="es-MX" dirty="0"/>
              <a:t>Medidas de p</a:t>
            </a:r>
            <a:r>
              <a:rPr dirty="0" err="1"/>
              <a:t>osición</a:t>
            </a:r>
            <a:r>
              <a:rPr dirty="0"/>
              <a:t> / localización</a:t>
            </a:r>
          </a:p>
        </p:txBody>
      </p:sp>
      <p:sp>
        <p:nvSpPr>
          <p:cNvPr id="14" name="Rounded Rectangle 13"/>
          <p:cNvSpPr/>
          <p:nvPr/>
        </p:nvSpPr>
        <p:spPr>
          <a:xfrm>
            <a:off x="8823960" y="1325880"/>
            <a:ext cx="2468880" cy="109728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88552" y="1435607"/>
            <a:ext cx="2139696" cy="320040"/>
          </a:xfrm>
          <a:prstGeom prst="rect">
            <a:avLst/>
          </a:prstGeom>
          <a:noFill/>
        </p:spPr>
        <p:txBody>
          <a:bodyPr wrap="square" anchor="t">
            <a:spAutoFit/>
          </a:bodyPr>
          <a:lstStyle/>
          <a:p>
            <a:pPr algn="l">
              <a:defRPr sz="1500" b="1">
                <a:solidFill>
                  <a:srgbClr val="EBA93B"/>
                </a:solidFill>
                <a:latin typeface="Montserrat"/>
              </a:defRPr>
            </a:pPr>
            <a:r>
              <a:t>3.2</a:t>
            </a:r>
          </a:p>
        </p:txBody>
      </p:sp>
      <p:sp>
        <p:nvSpPr>
          <p:cNvPr id="16" name="TextBox 15"/>
          <p:cNvSpPr txBox="1"/>
          <p:nvPr/>
        </p:nvSpPr>
        <p:spPr>
          <a:xfrm>
            <a:off x="8988552" y="1828800"/>
            <a:ext cx="2139696" cy="492443"/>
          </a:xfrm>
          <a:prstGeom prst="rect">
            <a:avLst/>
          </a:prstGeom>
          <a:noFill/>
        </p:spPr>
        <p:txBody>
          <a:bodyPr wrap="square" anchor="t">
            <a:spAutoFit/>
          </a:bodyPr>
          <a:lstStyle/>
          <a:p>
            <a:pPr algn="l">
              <a:defRPr sz="1300" b="0">
                <a:solidFill>
                  <a:srgbClr val="5A5F69"/>
                </a:solidFill>
                <a:latin typeface="Montserrat"/>
              </a:defRPr>
            </a:pPr>
            <a:r>
              <a:rPr lang="es-MX" dirty="0"/>
              <a:t>Medidas de v</a:t>
            </a:r>
            <a:r>
              <a:rPr dirty="0" err="1"/>
              <a:t>ariabilidad</a:t>
            </a:r>
            <a:endParaRPr dirty="0"/>
          </a:p>
        </p:txBody>
      </p:sp>
      <p:sp>
        <p:nvSpPr>
          <p:cNvPr id="17" name="Rounded Rectangle 16"/>
          <p:cNvSpPr/>
          <p:nvPr/>
        </p:nvSpPr>
        <p:spPr>
          <a:xfrm>
            <a:off x="6126480" y="2743200"/>
            <a:ext cx="2468880" cy="1097280"/>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91072" y="2852928"/>
            <a:ext cx="2139696" cy="320040"/>
          </a:xfrm>
          <a:prstGeom prst="rect">
            <a:avLst/>
          </a:prstGeom>
          <a:noFill/>
        </p:spPr>
        <p:txBody>
          <a:bodyPr wrap="square" anchor="t">
            <a:spAutoFit/>
          </a:bodyPr>
          <a:lstStyle/>
          <a:p>
            <a:pPr algn="l">
              <a:defRPr sz="1500" b="1">
                <a:solidFill>
                  <a:srgbClr val="D5433C"/>
                </a:solidFill>
                <a:latin typeface="Montserrat"/>
              </a:defRPr>
            </a:pPr>
            <a:r>
              <a:t>3.3</a:t>
            </a:r>
          </a:p>
        </p:txBody>
      </p:sp>
      <p:sp>
        <p:nvSpPr>
          <p:cNvPr id="19" name="TextBox 18"/>
          <p:cNvSpPr txBox="1"/>
          <p:nvPr/>
        </p:nvSpPr>
        <p:spPr>
          <a:xfrm>
            <a:off x="6291072" y="3246120"/>
            <a:ext cx="2139696" cy="492443"/>
          </a:xfrm>
          <a:prstGeom prst="rect">
            <a:avLst/>
          </a:prstGeom>
          <a:noFill/>
        </p:spPr>
        <p:txBody>
          <a:bodyPr wrap="square" anchor="t">
            <a:spAutoFit/>
          </a:bodyPr>
          <a:lstStyle/>
          <a:p>
            <a:pPr algn="l">
              <a:defRPr sz="1300" b="0">
                <a:solidFill>
                  <a:srgbClr val="5A5F69"/>
                </a:solidFill>
                <a:latin typeface="Montserrat"/>
              </a:defRPr>
            </a:pPr>
            <a:r>
              <a:rPr lang="es-MX" dirty="0"/>
              <a:t>Medidas de la f</a:t>
            </a:r>
            <a:r>
              <a:rPr dirty="0" err="1"/>
              <a:t>orma</a:t>
            </a:r>
            <a:r>
              <a:rPr lang="es-MX" dirty="0"/>
              <a:t> de distribución</a:t>
            </a:r>
            <a:endParaRPr dirty="0"/>
          </a:p>
        </p:txBody>
      </p:sp>
      <p:sp>
        <p:nvSpPr>
          <p:cNvPr id="20" name="Rounded Rectangle 19"/>
          <p:cNvSpPr/>
          <p:nvPr/>
        </p:nvSpPr>
        <p:spPr>
          <a:xfrm>
            <a:off x="8823960" y="2743200"/>
            <a:ext cx="2468880" cy="109728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88552" y="2852928"/>
            <a:ext cx="2139696" cy="320040"/>
          </a:xfrm>
          <a:prstGeom prst="rect">
            <a:avLst/>
          </a:prstGeom>
          <a:noFill/>
        </p:spPr>
        <p:txBody>
          <a:bodyPr wrap="square" anchor="t">
            <a:spAutoFit/>
          </a:bodyPr>
          <a:lstStyle/>
          <a:p>
            <a:pPr algn="l">
              <a:defRPr sz="1500" b="1">
                <a:solidFill>
                  <a:srgbClr val="5CA847"/>
                </a:solidFill>
                <a:latin typeface="Montserrat"/>
              </a:defRPr>
            </a:pPr>
            <a:r>
              <a:t>3.4</a:t>
            </a:r>
          </a:p>
        </p:txBody>
      </p:sp>
      <p:sp>
        <p:nvSpPr>
          <p:cNvPr id="22" name="TextBox 21"/>
          <p:cNvSpPr txBox="1"/>
          <p:nvPr/>
        </p:nvSpPr>
        <p:spPr>
          <a:xfrm>
            <a:off x="8988552" y="3246120"/>
            <a:ext cx="2139696" cy="492443"/>
          </a:xfrm>
          <a:prstGeom prst="rect">
            <a:avLst/>
          </a:prstGeom>
          <a:noFill/>
        </p:spPr>
        <p:txBody>
          <a:bodyPr wrap="square" anchor="t">
            <a:spAutoFit/>
          </a:bodyPr>
          <a:lstStyle/>
          <a:p>
            <a:pPr algn="l">
              <a:defRPr sz="1300" b="0">
                <a:solidFill>
                  <a:srgbClr val="5A5F69"/>
                </a:solidFill>
                <a:latin typeface="Montserrat"/>
              </a:defRPr>
            </a:pPr>
            <a:r>
              <a:rPr dirty="0" err="1"/>
              <a:t>Análisis</a:t>
            </a:r>
            <a:r>
              <a:rPr dirty="0"/>
              <a:t> </a:t>
            </a:r>
            <a:r>
              <a:rPr dirty="0" err="1"/>
              <a:t>exploratorio</a:t>
            </a:r>
            <a:r>
              <a:rPr lang="es-MX" dirty="0"/>
              <a:t> de datos</a:t>
            </a:r>
            <a:endParaRPr dirty="0"/>
          </a:p>
        </p:txBody>
      </p:sp>
      <p:sp>
        <p:nvSpPr>
          <p:cNvPr id="23" name="Rounded Rectangle 22"/>
          <p:cNvSpPr/>
          <p:nvPr/>
        </p:nvSpPr>
        <p:spPr>
          <a:xfrm>
            <a:off x="6126480" y="4160520"/>
            <a:ext cx="2468880" cy="1097280"/>
          </a:xfrm>
          <a:prstGeom prst="roundRect">
            <a:avLst/>
          </a:prstGeom>
          <a:solidFill>
            <a:srgbClr val="FFFFFF"/>
          </a:solidFill>
          <a:ln w="19050">
            <a:solidFill>
              <a:srgbClr val="9467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91072" y="4270248"/>
            <a:ext cx="2139696" cy="320040"/>
          </a:xfrm>
          <a:prstGeom prst="rect">
            <a:avLst/>
          </a:prstGeom>
          <a:noFill/>
        </p:spPr>
        <p:txBody>
          <a:bodyPr wrap="square" anchor="t">
            <a:spAutoFit/>
          </a:bodyPr>
          <a:lstStyle/>
          <a:p>
            <a:pPr algn="l">
              <a:defRPr sz="1500" b="1">
                <a:solidFill>
                  <a:srgbClr val="946721"/>
                </a:solidFill>
                <a:latin typeface="Montserrat"/>
              </a:defRPr>
            </a:pPr>
            <a:r>
              <a:t>3.5</a:t>
            </a:r>
          </a:p>
        </p:txBody>
      </p:sp>
      <p:sp>
        <p:nvSpPr>
          <p:cNvPr id="25" name="TextBox 24"/>
          <p:cNvSpPr txBox="1"/>
          <p:nvPr/>
        </p:nvSpPr>
        <p:spPr>
          <a:xfrm>
            <a:off x="6291072" y="4663440"/>
            <a:ext cx="2139696" cy="502919"/>
          </a:xfrm>
          <a:prstGeom prst="rect">
            <a:avLst/>
          </a:prstGeom>
          <a:noFill/>
        </p:spPr>
        <p:txBody>
          <a:bodyPr wrap="square" anchor="t">
            <a:spAutoFit/>
          </a:bodyPr>
          <a:lstStyle/>
          <a:p>
            <a:pPr algn="l">
              <a:defRPr sz="1300" b="0">
                <a:solidFill>
                  <a:srgbClr val="5A5F69"/>
                </a:solidFill>
                <a:latin typeface="Montserrat"/>
              </a:defRPr>
            </a:pPr>
            <a:r>
              <a:rPr lang="es-MX" dirty="0"/>
              <a:t>Medidas de a</a:t>
            </a:r>
            <a:r>
              <a:rPr dirty="0" err="1"/>
              <a:t>sociación</a:t>
            </a:r>
            <a:r>
              <a:rPr dirty="0"/>
              <a:t> entre </a:t>
            </a:r>
            <a:r>
              <a:rPr lang="es-MX" dirty="0"/>
              <a:t>dos </a:t>
            </a:r>
            <a:r>
              <a:rPr dirty="0"/>
              <a:t>variables</a:t>
            </a:r>
          </a:p>
        </p:txBody>
      </p:sp>
      <p:sp>
        <p:nvSpPr>
          <p:cNvPr id="26" name="Rounded Rectangle 25"/>
          <p:cNvSpPr/>
          <p:nvPr/>
        </p:nvSpPr>
        <p:spPr>
          <a:xfrm>
            <a:off x="8823960" y="4160520"/>
            <a:ext cx="2468880" cy="109728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88552" y="4270248"/>
            <a:ext cx="2139696" cy="320040"/>
          </a:xfrm>
          <a:prstGeom prst="rect">
            <a:avLst/>
          </a:prstGeom>
          <a:noFill/>
        </p:spPr>
        <p:txBody>
          <a:bodyPr wrap="square" anchor="t">
            <a:spAutoFit/>
          </a:bodyPr>
          <a:lstStyle/>
          <a:p>
            <a:pPr algn="l">
              <a:defRPr sz="1500" b="1">
                <a:solidFill>
                  <a:srgbClr val="E1B73D"/>
                </a:solidFill>
                <a:latin typeface="Montserrat"/>
              </a:defRPr>
            </a:pPr>
            <a:r>
              <a:t>3.6</a:t>
            </a:r>
          </a:p>
        </p:txBody>
      </p:sp>
      <p:sp>
        <p:nvSpPr>
          <p:cNvPr id="28" name="TextBox 27"/>
          <p:cNvSpPr txBox="1"/>
          <p:nvPr/>
        </p:nvSpPr>
        <p:spPr>
          <a:xfrm>
            <a:off x="8988552" y="4663440"/>
            <a:ext cx="2139696" cy="502919"/>
          </a:xfrm>
          <a:prstGeom prst="rect">
            <a:avLst/>
          </a:prstGeom>
          <a:noFill/>
        </p:spPr>
        <p:txBody>
          <a:bodyPr wrap="square" anchor="t">
            <a:spAutoFit/>
          </a:bodyPr>
          <a:lstStyle/>
          <a:p>
            <a:pPr algn="l">
              <a:defRPr sz="1300" b="0">
                <a:solidFill>
                  <a:srgbClr val="5A5F69"/>
                </a:solidFill>
                <a:latin typeface="Montserrat"/>
              </a:defRPr>
            </a:pPr>
            <a:r>
              <a:t>Media ponderada y datos agrupados</a:t>
            </a:r>
          </a:p>
        </p:txBody>
      </p:sp>
      <p:sp>
        <p:nvSpPr>
          <p:cNvPr id="29" name="TextBox 28"/>
          <p:cNvSpPr txBox="1"/>
          <p:nvPr/>
        </p:nvSpPr>
        <p:spPr>
          <a:xfrm>
            <a:off x="640080" y="5521960"/>
            <a:ext cx="10652760" cy="707886"/>
          </a:xfrm>
          <a:prstGeom prst="rect">
            <a:avLst/>
          </a:prstGeom>
          <a:noFill/>
        </p:spPr>
        <p:txBody>
          <a:bodyPr wrap="square" anchor="t">
            <a:spAutoFit/>
          </a:bodyPr>
          <a:lstStyle/>
          <a:p>
            <a:pPr algn="just">
              <a:defRPr sz="1600" b="0">
                <a:solidFill>
                  <a:srgbClr val="5A5F69"/>
                </a:solidFill>
                <a:latin typeface="Montserrat"/>
              </a:defRPr>
            </a:pPr>
            <a:r>
              <a:rPr sz="2000" dirty="0"/>
              <a:t>El </a:t>
            </a:r>
            <a:r>
              <a:rPr sz="2000" dirty="0" err="1"/>
              <a:t>capítulo</a:t>
            </a:r>
            <a:r>
              <a:rPr sz="2000" dirty="0"/>
              <a:t> </a:t>
            </a:r>
            <a:r>
              <a:rPr sz="2000" dirty="0" err="1"/>
              <a:t>pasa</a:t>
            </a:r>
            <a:r>
              <a:rPr sz="2000" dirty="0"/>
              <a:t> de </a:t>
            </a:r>
            <a:r>
              <a:rPr sz="2000" dirty="0" err="1"/>
              <a:t>describir</a:t>
            </a:r>
            <a:r>
              <a:rPr sz="2000" dirty="0"/>
              <a:t> </a:t>
            </a:r>
            <a:r>
              <a:rPr sz="2000" dirty="0" err="1"/>
              <a:t>una</a:t>
            </a:r>
            <a:r>
              <a:rPr sz="2000" dirty="0"/>
              <a:t> variable a </a:t>
            </a:r>
            <a:r>
              <a:rPr sz="2000" dirty="0" err="1"/>
              <a:t>estudiar</a:t>
            </a:r>
            <a:r>
              <a:rPr sz="2000" dirty="0"/>
              <a:t> la </a:t>
            </a:r>
            <a:r>
              <a:rPr sz="2000" dirty="0" err="1"/>
              <a:t>relación</a:t>
            </a:r>
            <a:r>
              <a:rPr sz="2000" dirty="0"/>
              <a:t> entre dos variables y, </a:t>
            </a:r>
            <a:r>
              <a:rPr sz="2000" dirty="0" err="1"/>
              <a:t>finalmente</a:t>
            </a:r>
            <a:r>
              <a:rPr sz="2000" dirty="0"/>
              <a:t>, a </a:t>
            </a:r>
            <a:r>
              <a:rPr sz="2000" dirty="0" err="1"/>
              <a:t>trabajar</a:t>
            </a:r>
            <a:r>
              <a:rPr sz="2000" dirty="0"/>
              <a:t> con pesos y </a:t>
            </a:r>
            <a:r>
              <a:rPr sz="2000" dirty="0" err="1"/>
              <a:t>distribuciones</a:t>
            </a:r>
            <a:r>
              <a:rPr sz="2000" dirty="0"/>
              <a:t> </a:t>
            </a:r>
            <a:r>
              <a:rPr sz="2000" dirty="0" err="1"/>
              <a:t>agrupadas</a:t>
            </a:r>
            <a:r>
              <a:rPr sz="20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FUNDAMENTOS</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Conceptos base: muestra, población y estadísticos</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371600"/>
            <a:ext cx="3383280" cy="182880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 y="1481328"/>
            <a:ext cx="3054096" cy="320040"/>
          </a:xfrm>
          <a:prstGeom prst="rect">
            <a:avLst/>
          </a:prstGeom>
          <a:noFill/>
        </p:spPr>
        <p:txBody>
          <a:bodyPr wrap="square" anchor="t">
            <a:spAutoFit/>
          </a:bodyPr>
          <a:lstStyle/>
          <a:p>
            <a:pPr algn="l">
              <a:defRPr sz="1600" b="1">
                <a:solidFill>
                  <a:srgbClr val="24398A"/>
                </a:solidFill>
                <a:latin typeface="Montserrat"/>
              </a:defRPr>
            </a:pPr>
            <a:r>
              <a:t>Muestra</a:t>
            </a:r>
          </a:p>
        </p:txBody>
      </p:sp>
      <p:sp>
        <p:nvSpPr>
          <p:cNvPr id="11" name="TextBox 10"/>
          <p:cNvSpPr txBox="1"/>
          <p:nvPr/>
        </p:nvSpPr>
        <p:spPr>
          <a:xfrm>
            <a:off x="804671" y="1874519"/>
            <a:ext cx="3054096" cy="1234440"/>
          </a:xfrm>
          <a:prstGeom prst="rect">
            <a:avLst/>
          </a:prstGeom>
          <a:noFill/>
        </p:spPr>
        <p:txBody>
          <a:bodyPr wrap="square" anchor="t">
            <a:spAutoFit/>
          </a:bodyPr>
          <a:lstStyle/>
          <a:p>
            <a:pPr algn="l">
              <a:defRPr sz="1500" b="0">
                <a:solidFill>
                  <a:srgbClr val="5A5F69"/>
                </a:solidFill>
                <a:latin typeface="Montserrat"/>
              </a:defRPr>
            </a:pPr>
            <a:r>
              <a:t>Conjunto de observaciones seleccionado para analizar una población.</a:t>
            </a:r>
          </a:p>
        </p:txBody>
      </p:sp>
      <p:sp>
        <p:nvSpPr>
          <p:cNvPr id="12" name="Rounded Rectangle 11"/>
          <p:cNvSpPr/>
          <p:nvPr/>
        </p:nvSpPr>
        <p:spPr>
          <a:xfrm>
            <a:off x="4389120" y="1371600"/>
            <a:ext cx="3383280" cy="182880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1481328"/>
            <a:ext cx="3054096" cy="320040"/>
          </a:xfrm>
          <a:prstGeom prst="rect">
            <a:avLst/>
          </a:prstGeom>
          <a:noFill/>
        </p:spPr>
        <p:txBody>
          <a:bodyPr wrap="square" anchor="t">
            <a:spAutoFit/>
          </a:bodyPr>
          <a:lstStyle/>
          <a:p>
            <a:pPr algn="l">
              <a:defRPr sz="1600" b="1">
                <a:solidFill>
                  <a:srgbClr val="EBA93B"/>
                </a:solidFill>
                <a:latin typeface="Montserrat"/>
              </a:defRPr>
            </a:pPr>
            <a:r>
              <a:t>Población</a:t>
            </a:r>
          </a:p>
        </p:txBody>
      </p:sp>
      <p:sp>
        <p:nvSpPr>
          <p:cNvPr id="14" name="TextBox 13"/>
          <p:cNvSpPr txBox="1"/>
          <p:nvPr/>
        </p:nvSpPr>
        <p:spPr>
          <a:xfrm>
            <a:off x="4553712" y="1874519"/>
            <a:ext cx="3054096" cy="1234440"/>
          </a:xfrm>
          <a:prstGeom prst="rect">
            <a:avLst/>
          </a:prstGeom>
          <a:noFill/>
        </p:spPr>
        <p:txBody>
          <a:bodyPr wrap="square" anchor="t">
            <a:spAutoFit/>
          </a:bodyPr>
          <a:lstStyle/>
          <a:p>
            <a:pPr algn="l">
              <a:defRPr sz="1500" b="0">
                <a:solidFill>
                  <a:srgbClr val="5A5F69"/>
                </a:solidFill>
                <a:latin typeface="Montserrat"/>
              </a:defRPr>
            </a:pPr>
            <a:r>
              <a:t>Conjunto total de unidades u observaciones de interés.</a:t>
            </a:r>
          </a:p>
        </p:txBody>
      </p:sp>
      <p:sp>
        <p:nvSpPr>
          <p:cNvPr id="15" name="Rounded Rectangle 14"/>
          <p:cNvSpPr/>
          <p:nvPr/>
        </p:nvSpPr>
        <p:spPr>
          <a:xfrm>
            <a:off x="8138160" y="1371600"/>
            <a:ext cx="3383280" cy="182880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02752" y="1481328"/>
            <a:ext cx="3054096" cy="320040"/>
          </a:xfrm>
          <a:prstGeom prst="rect">
            <a:avLst/>
          </a:prstGeom>
          <a:noFill/>
        </p:spPr>
        <p:txBody>
          <a:bodyPr wrap="square" anchor="t">
            <a:spAutoFit/>
          </a:bodyPr>
          <a:lstStyle/>
          <a:p>
            <a:pPr algn="l">
              <a:defRPr sz="1600" b="1">
                <a:solidFill>
                  <a:srgbClr val="E1B73D"/>
                </a:solidFill>
                <a:latin typeface="Montserrat"/>
              </a:defRPr>
            </a:pPr>
            <a:r>
              <a:t>Interpretación</a:t>
            </a:r>
          </a:p>
        </p:txBody>
      </p:sp>
      <p:sp>
        <p:nvSpPr>
          <p:cNvPr id="17" name="TextBox 16"/>
          <p:cNvSpPr txBox="1"/>
          <p:nvPr/>
        </p:nvSpPr>
        <p:spPr>
          <a:xfrm>
            <a:off x="8302752" y="1874519"/>
            <a:ext cx="3054096" cy="1234440"/>
          </a:xfrm>
          <a:prstGeom prst="rect">
            <a:avLst/>
          </a:prstGeom>
          <a:noFill/>
        </p:spPr>
        <p:txBody>
          <a:bodyPr wrap="square" anchor="t">
            <a:spAutoFit/>
          </a:bodyPr>
          <a:lstStyle/>
          <a:p>
            <a:pPr algn="l">
              <a:defRPr sz="1500" b="0">
                <a:solidFill>
                  <a:srgbClr val="5A5F69"/>
                </a:solidFill>
                <a:latin typeface="Montserrat"/>
              </a:defRPr>
            </a:pPr>
            <a:r>
              <a:t>En una muestra, las medidas son estadísticos; en una población, son parámetros.</a:t>
            </a:r>
          </a:p>
        </p:txBody>
      </p:sp>
      <p:sp>
        <p:nvSpPr>
          <p:cNvPr id="18" name="Rounded Rectangle 17"/>
          <p:cNvSpPr/>
          <p:nvPr/>
        </p:nvSpPr>
        <p:spPr>
          <a:xfrm>
            <a:off x="1005840" y="3749039"/>
            <a:ext cx="4297680" cy="105156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3822191"/>
            <a:ext cx="3931920" cy="228600"/>
          </a:xfrm>
          <a:prstGeom prst="rect">
            <a:avLst/>
          </a:prstGeom>
          <a:noFill/>
        </p:spPr>
        <p:txBody>
          <a:bodyPr wrap="square" anchor="t">
            <a:spAutoFit/>
          </a:bodyPr>
          <a:lstStyle/>
          <a:p>
            <a:pPr algn="l">
              <a:defRPr sz="900" b="1">
                <a:solidFill>
                  <a:srgbClr val="EBA93B"/>
                </a:solidFill>
                <a:latin typeface="Montserrat"/>
              </a:defRPr>
            </a:pPr>
            <a:r>
              <a:t>MEDIA MUESTRAL</a:t>
            </a:r>
          </a:p>
        </p:txBody>
      </p:sp>
      <p:sp>
        <p:nvSpPr>
          <p:cNvPr id="20" name="TextBox 19"/>
          <p:cNvSpPr txBox="1"/>
          <p:nvPr/>
        </p:nvSpPr>
        <p:spPr>
          <a:xfrm>
            <a:off x="1188720" y="4096511"/>
            <a:ext cx="3931920" cy="594360"/>
          </a:xfrm>
          <a:prstGeom prst="rect">
            <a:avLst/>
          </a:prstGeom>
          <a:noFill/>
        </p:spPr>
        <p:txBody>
          <a:bodyPr wrap="square" anchor="ctr">
            <a:spAutoFit/>
          </a:bodyPr>
          <a:lstStyle/>
          <a:p>
            <a:pPr algn="ctr">
              <a:defRPr sz="2300" b="1">
                <a:solidFill>
                  <a:srgbClr val="24398A"/>
                </a:solidFill>
                <a:latin typeface="Montserrat"/>
              </a:defRPr>
            </a:pPr>
            <a:r>
              <a:t>x̄ = Σxᵢ / n</a:t>
            </a:r>
          </a:p>
        </p:txBody>
      </p:sp>
      <p:sp>
        <p:nvSpPr>
          <p:cNvPr id="21" name="Rounded Rectangle 20"/>
          <p:cNvSpPr/>
          <p:nvPr/>
        </p:nvSpPr>
        <p:spPr>
          <a:xfrm>
            <a:off x="6400800" y="3749039"/>
            <a:ext cx="4297680" cy="105156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3822191"/>
            <a:ext cx="3931920" cy="228600"/>
          </a:xfrm>
          <a:prstGeom prst="rect">
            <a:avLst/>
          </a:prstGeom>
          <a:noFill/>
        </p:spPr>
        <p:txBody>
          <a:bodyPr wrap="square" anchor="t">
            <a:spAutoFit/>
          </a:bodyPr>
          <a:lstStyle/>
          <a:p>
            <a:pPr algn="l">
              <a:defRPr sz="900" b="1">
                <a:solidFill>
                  <a:srgbClr val="EBA93B"/>
                </a:solidFill>
                <a:latin typeface="Montserrat"/>
              </a:defRPr>
            </a:pPr>
            <a:r>
              <a:t>MEDIA POBLACIONAL</a:t>
            </a:r>
          </a:p>
        </p:txBody>
      </p:sp>
      <p:sp>
        <p:nvSpPr>
          <p:cNvPr id="23" name="TextBox 22"/>
          <p:cNvSpPr txBox="1"/>
          <p:nvPr/>
        </p:nvSpPr>
        <p:spPr>
          <a:xfrm>
            <a:off x="6583680" y="4096511"/>
            <a:ext cx="3931920" cy="594360"/>
          </a:xfrm>
          <a:prstGeom prst="rect">
            <a:avLst/>
          </a:prstGeom>
          <a:noFill/>
        </p:spPr>
        <p:txBody>
          <a:bodyPr wrap="square" anchor="ctr">
            <a:spAutoFit/>
          </a:bodyPr>
          <a:lstStyle/>
          <a:p>
            <a:pPr algn="ctr">
              <a:defRPr sz="2300" b="1">
                <a:solidFill>
                  <a:srgbClr val="24398A"/>
                </a:solidFill>
                <a:latin typeface="Montserrat"/>
              </a:defRPr>
            </a:pPr>
            <a:r>
              <a:t>μ = Σxᵢ / N</a:t>
            </a:r>
          </a:p>
        </p:txBody>
      </p:sp>
      <p:sp>
        <p:nvSpPr>
          <p:cNvPr id="25" name="TextBox 24">
            <a:extLst>
              <a:ext uri="{FF2B5EF4-FFF2-40B4-BE49-F238E27FC236}">
                <a16:creationId xmlns:a16="http://schemas.microsoft.com/office/drawing/2014/main" id="{1BA03C91-7700-8491-B4DD-54CFFF957090}"/>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005840"/>
            <a:ext cx="1280160" cy="640080"/>
          </a:xfrm>
          <a:prstGeom prst="rect">
            <a:avLst/>
          </a:prstGeom>
          <a:noFill/>
        </p:spPr>
        <p:txBody>
          <a:bodyPr wrap="square" anchor="t">
            <a:spAutoFit/>
          </a:bodyPr>
          <a:lstStyle/>
          <a:p>
            <a:pPr algn="l">
              <a:defRPr sz="2400" b="1">
                <a:solidFill>
                  <a:srgbClr val="E1B73D"/>
                </a:solidFill>
                <a:latin typeface="Montserrat"/>
              </a:defRPr>
            </a:pPr>
            <a:r>
              <a:t>3.1</a:t>
            </a:r>
          </a:p>
        </p:txBody>
      </p:sp>
      <p:sp>
        <p:nvSpPr>
          <p:cNvPr id="5" name="TextBox 4"/>
          <p:cNvSpPr txBox="1"/>
          <p:nvPr/>
        </p:nvSpPr>
        <p:spPr>
          <a:xfrm>
            <a:off x="685800" y="1828800"/>
            <a:ext cx="10607040" cy="1005840"/>
          </a:xfrm>
          <a:prstGeom prst="rect">
            <a:avLst/>
          </a:prstGeom>
          <a:noFill/>
        </p:spPr>
        <p:txBody>
          <a:bodyPr wrap="square" anchor="t">
            <a:spAutoFit/>
          </a:bodyPr>
          <a:lstStyle/>
          <a:p>
            <a:pPr algn="l">
              <a:defRPr sz="3800" b="1">
                <a:solidFill>
                  <a:srgbClr val="FFFFFF"/>
                </a:solidFill>
                <a:latin typeface="Montserrat"/>
              </a:defRPr>
            </a:pPr>
            <a:r>
              <a:t>Medidas de posición o localización</a:t>
            </a:r>
          </a:p>
        </p:txBody>
      </p:sp>
      <p:sp>
        <p:nvSpPr>
          <p:cNvPr id="6" name="TextBox 5"/>
          <p:cNvSpPr txBox="1"/>
          <p:nvPr/>
        </p:nvSpPr>
        <p:spPr>
          <a:xfrm>
            <a:off x="713232" y="2971800"/>
            <a:ext cx="9875520" cy="1188720"/>
          </a:xfrm>
          <a:prstGeom prst="rect">
            <a:avLst/>
          </a:prstGeom>
          <a:noFill/>
        </p:spPr>
        <p:txBody>
          <a:bodyPr wrap="square" anchor="t">
            <a:spAutoFit/>
          </a:bodyPr>
          <a:lstStyle/>
          <a:p>
            <a:pPr algn="l">
              <a:defRPr sz="2000" b="0">
                <a:solidFill>
                  <a:srgbClr val="E1E6F5"/>
                </a:solidFill>
                <a:latin typeface="Montserrat"/>
              </a:defRPr>
            </a:pPr>
            <a:r>
              <a:t>Ubican el centro o la posición relativa de los datos: media, mediana, moda, percentiles y cuartiles.</a:t>
            </a:r>
          </a:p>
        </p:txBody>
      </p:sp>
      <p:sp>
        <p:nvSpPr>
          <p:cNvPr id="7" name="Oval 6"/>
          <p:cNvSpPr/>
          <p:nvPr/>
        </p:nvSpPr>
        <p:spPr>
          <a:xfrm>
            <a:off x="9052560" y="5394960"/>
            <a:ext cx="292608" cy="292608"/>
          </a:xfrm>
          <a:prstGeom prst="ellipse">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55480" y="5394960"/>
            <a:ext cx="292608" cy="292608"/>
          </a:xfrm>
          <a:prstGeom prst="ellipse">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5394960"/>
            <a:ext cx="292608" cy="292608"/>
          </a:xfrm>
          <a:prstGeom prst="ellipse">
            <a:avLst/>
          </a:prstGeom>
          <a:solidFill>
            <a:srgbClr val="D54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61320" y="5394960"/>
            <a:ext cx="292608" cy="292608"/>
          </a:xfrm>
          <a:prstGeom prst="ellipse">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 ubicación central</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80695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MEDIA</a:t>
            </a:r>
            <a:endParaRPr sz="2000" dirty="0"/>
          </a:p>
        </p:txBody>
      </p:sp>
      <p:sp>
        <p:nvSpPr>
          <p:cNvPr id="16" name="TextBox 15"/>
          <p:cNvSpPr txBox="1"/>
          <p:nvPr/>
        </p:nvSpPr>
        <p:spPr>
          <a:xfrm>
            <a:off x="533400" y="1451864"/>
            <a:ext cx="8143240" cy="1015663"/>
          </a:xfrm>
          <a:prstGeom prst="rect">
            <a:avLst/>
          </a:prstGeom>
          <a:noFill/>
        </p:spPr>
        <p:txBody>
          <a:bodyPr wrap="square" anchor="t">
            <a:spAutoFit/>
          </a:bodyPr>
          <a:lstStyle/>
          <a:p>
            <a:pPr algn="just"/>
            <a:r>
              <a:rPr lang="es-MX" sz="2000" dirty="0">
                <a:latin typeface="Montserrat" panose="00000500000000000000" pitchFamily="2" charset="0"/>
              </a:rPr>
              <a:t>La </a:t>
            </a:r>
            <a:r>
              <a:rPr lang="es-MX" sz="2000" b="1" dirty="0">
                <a:latin typeface="Montserrat" panose="00000500000000000000" pitchFamily="2" charset="0"/>
              </a:rPr>
              <a:t>media</a:t>
            </a:r>
            <a:r>
              <a:rPr lang="es-MX" sz="2000" dirty="0">
                <a:latin typeface="Montserrat" panose="00000500000000000000" pitchFamily="2" charset="0"/>
              </a:rPr>
              <a:t>, o valor medio, es quizá la medida de ubicación más importante para una variable, pues proporciona una medida de la ubicación central de los datos.</a:t>
            </a:r>
            <a:endParaRPr sz="2000" dirty="0">
              <a:latin typeface="Montserrat" panose="00000500000000000000" pitchFamily="2" charset="0"/>
            </a:endParaRPr>
          </a:p>
        </p:txBody>
      </p:sp>
      <p:sp>
        <p:nvSpPr>
          <p:cNvPr id="27" name="TextBox 26">
            <a:extLst>
              <a:ext uri="{FF2B5EF4-FFF2-40B4-BE49-F238E27FC236}">
                <a16:creationId xmlns:a16="http://schemas.microsoft.com/office/drawing/2014/main" id="{B126BB9B-EE31-A314-8382-36DD90605A18}"/>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pic>
        <p:nvPicPr>
          <p:cNvPr id="29" name="Picture 28">
            <a:extLst>
              <a:ext uri="{FF2B5EF4-FFF2-40B4-BE49-F238E27FC236}">
                <a16:creationId xmlns:a16="http://schemas.microsoft.com/office/drawing/2014/main" id="{F45F5260-1392-085C-D159-6EA4BAB077CE}"/>
              </a:ext>
            </a:extLst>
          </p:cNvPr>
          <p:cNvPicPr>
            <a:picLocks noChangeAspect="1"/>
          </p:cNvPicPr>
          <p:nvPr/>
        </p:nvPicPr>
        <p:blipFill>
          <a:blip r:embed="rId2"/>
          <a:stretch>
            <a:fillRect/>
          </a:stretch>
        </p:blipFill>
        <p:spPr>
          <a:xfrm>
            <a:off x="7581795" y="3529782"/>
            <a:ext cx="4031085" cy="27978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9CBBD-DDD9-7230-71D0-8CCA3ADAFF3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72E0D1F-946F-3C92-CAE8-2CE51E93BE6E}"/>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A983CBE-CFE9-8B1D-883A-29AFF9DA4343}"/>
              </a:ext>
            </a:extLst>
          </p:cNvPr>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a:extLst>
              <a:ext uri="{FF2B5EF4-FFF2-40B4-BE49-F238E27FC236}">
                <a16:creationId xmlns:a16="http://schemas.microsoft.com/office/drawing/2014/main" id="{7DACD5E9-4C76-1344-D4AE-96C23BAB5D18}"/>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 ubicación central</a:t>
            </a:r>
          </a:p>
        </p:txBody>
      </p:sp>
      <p:sp>
        <p:nvSpPr>
          <p:cNvPr id="6" name="Rectangle 5">
            <a:extLst>
              <a:ext uri="{FF2B5EF4-FFF2-40B4-BE49-F238E27FC236}">
                <a16:creationId xmlns:a16="http://schemas.microsoft.com/office/drawing/2014/main" id="{039CF2C9-D412-E22D-429C-D13029D0784E}"/>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D08FC11C-9CD5-89BB-2DEF-8C5D46DAE03E}"/>
              </a:ext>
            </a:extLst>
          </p:cNvPr>
          <p:cNvSpPr/>
          <p:nvPr/>
        </p:nvSpPr>
        <p:spPr>
          <a:xfrm>
            <a:off x="685800" y="1325880"/>
            <a:ext cx="4023360" cy="114300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4EA03651-884A-1E07-E01A-04FF3BCCA021}"/>
              </a:ext>
            </a:extLst>
          </p:cNvPr>
          <p:cNvSpPr txBox="1"/>
          <p:nvPr/>
        </p:nvSpPr>
        <p:spPr>
          <a:xfrm>
            <a:off x="868680" y="1399032"/>
            <a:ext cx="3657600" cy="228600"/>
          </a:xfrm>
          <a:prstGeom prst="rect">
            <a:avLst/>
          </a:prstGeom>
          <a:noFill/>
        </p:spPr>
        <p:txBody>
          <a:bodyPr wrap="square" anchor="t">
            <a:spAutoFit/>
          </a:bodyPr>
          <a:lstStyle/>
          <a:p>
            <a:pPr algn="l">
              <a:defRPr sz="900" b="1">
                <a:solidFill>
                  <a:srgbClr val="EBA93B"/>
                </a:solidFill>
                <a:latin typeface="Montserrat"/>
              </a:defRPr>
            </a:pPr>
            <a:r>
              <a:t>MUESTRA</a:t>
            </a:r>
          </a:p>
        </p:txBody>
      </p:sp>
      <p:sp>
        <p:nvSpPr>
          <p:cNvPr id="11" name="TextBox 10">
            <a:extLst>
              <a:ext uri="{FF2B5EF4-FFF2-40B4-BE49-F238E27FC236}">
                <a16:creationId xmlns:a16="http://schemas.microsoft.com/office/drawing/2014/main" id="{E25774F2-B86C-CA87-CD5F-7DF83909F82C}"/>
              </a:ext>
            </a:extLst>
          </p:cNvPr>
          <p:cNvSpPr txBox="1"/>
          <p:nvPr/>
        </p:nvSpPr>
        <p:spPr>
          <a:xfrm>
            <a:off x="868680" y="1673352"/>
            <a:ext cx="3657600" cy="685799"/>
          </a:xfrm>
          <a:prstGeom prst="rect">
            <a:avLst/>
          </a:prstGeom>
          <a:noFill/>
        </p:spPr>
        <p:txBody>
          <a:bodyPr wrap="square" anchor="ctr">
            <a:spAutoFit/>
          </a:bodyPr>
          <a:lstStyle/>
          <a:p>
            <a:pPr algn="ctr">
              <a:defRPr sz="2300" b="1">
                <a:solidFill>
                  <a:srgbClr val="24398A"/>
                </a:solidFill>
                <a:latin typeface="Montserrat"/>
              </a:defRPr>
            </a:pPr>
            <a:r>
              <a:t>x̄ = Σxᵢ / n</a:t>
            </a:r>
          </a:p>
        </p:txBody>
      </p:sp>
      <p:sp>
        <p:nvSpPr>
          <p:cNvPr id="12" name="Rounded Rectangle 11">
            <a:extLst>
              <a:ext uri="{FF2B5EF4-FFF2-40B4-BE49-F238E27FC236}">
                <a16:creationId xmlns:a16="http://schemas.microsoft.com/office/drawing/2014/main" id="{617F67E8-17B9-A89E-F675-DD176429132E}"/>
              </a:ext>
            </a:extLst>
          </p:cNvPr>
          <p:cNvSpPr/>
          <p:nvPr/>
        </p:nvSpPr>
        <p:spPr>
          <a:xfrm>
            <a:off x="685800" y="2697480"/>
            <a:ext cx="4023360" cy="114300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186A07B4-4717-9600-3737-FA624C69ED0D}"/>
              </a:ext>
            </a:extLst>
          </p:cNvPr>
          <p:cNvSpPr txBox="1"/>
          <p:nvPr/>
        </p:nvSpPr>
        <p:spPr>
          <a:xfrm>
            <a:off x="868680" y="2770632"/>
            <a:ext cx="3657600" cy="228600"/>
          </a:xfrm>
          <a:prstGeom prst="rect">
            <a:avLst/>
          </a:prstGeom>
          <a:noFill/>
        </p:spPr>
        <p:txBody>
          <a:bodyPr wrap="square" anchor="t">
            <a:spAutoFit/>
          </a:bodyPr>
          <a:lstStyle/>
          <a:p>
            <a:pPr algn="l">
              <a:defRPr sz="900" b="1">
                <a:solidFill>
                  <a:srgbClr val="EBA93B"/>
                </a:solidFill>
                <a:latin typeface="Montserrat"/>
              </a:defRPr>
            </a:pPr>
            <a:r>
              <a:t>POBLACIÓN</a:t>
            </a:r>
          </a:p>
        </p:txBody>
      </p:sp>
      <p:sp>
        <p:nvSpPr>
          <p:cNvPr id="14" name="TextBox 13">
            <a:extLst>
              <a:ext uri="{FF2B5EF4-FFF2-40B4-BE49-F238E27FC236}">
                <a16:creationId xmlns:a16="http://schemas.microsoft.com/office/drawing/2014/main" id="{0364D94D-487E-DD78-E663-C520D512290F}"/>
              </a:ext>
            </a:extLst>
          </p:cNvPr>
          <p:cNvSpPr txBox="1"/>
          <p:nvPr/>
        </p:nvSpPr>
        <p:spPr>
          <a:xfrm>
            <a:off x="868680" y="3044952"/>
            <a:ext cx="3657600" cy="685800"/>
          </a:xfrm>
          <a:prstGeom prst="rect">
            <a:avLst/>
          </a:prstGeom>
          <a:noFill/>
        </p:spPr>
        <p:txBody>
          <a:bodyPr wrap="square" anchor="ctr">
            <a:spAutoFit/>
          </a:bodyPr>
          <a:lstStyle/>
          <a:p>
            <a:pPr algn="ctr">
              <a:defRPr sz="2300" b="1">
                <a:solidFill>
                  <a:srgbClr val="24398A"/>
                </a:solidFill>
                <a:latin typeface="Montserrat"/>
              </a:defRPr>
            </a:pPr>
            <a:r>
              <a:t>μ = Σxᵢ / N</a:t>
            </a:r>
          </a:p>
        </p:txBody>
      </p:sp>
      <p:sp>
        <p:nvSpPr>
          <p:cNvPr id="15" name="TextBox 14">
            <a:extLst>
              <a:ext uri="{FF2B5EF4-FFF2-40B4-BE49-F238E27FC236}">
                <a16:creationId xmlns:a16="http://schemas.microsoft.com/office/drawing/2014/main" id="{3154CBAC-4C94-785C-9E6C-B4CC8ADA4988}"/>
              </a:ext>
            </a:extLst>
          </p:cNvPr>
          <p:cNvSpPr txBox="1"/>
          <p:nvPr/>
        </p:nvSpPr>
        <p:spPr>
          <a:xfrm>
            <a:off x="5212080" y="1325880"/>
            <a:ext cx="2468880" cy="320040"/>
          </a:xfrm>
          <a:prstGeom prst="rect">
            <a:avLst/>
          </a:prstGeom>
          <a:noFill/>
        </p:spPr>
        <p:txBody>
          <a:bodyPr wrap="square" anchor="t">
            <a:spAutoFit/>
          </a:bodyPr>
          <a:lstStyle/>
          <a:p>
            <a:pPr algn="l">
              <a:defRPr sz="1700" b="1">
                <a:solidFill>
                  <a:srgbClr val="24398A"/>
                </a:solidFill>
                <a:latin typeface="Montserrat"/>
              </a:defRPr>
            </a:pPr>
            <a:r>
              <a:t>Ejemplo del texto</a:t>
            </a:r>
          </a:p>
        </p:txBody>
      </p:sp>
      <p:sp>
        <p:nvSpPr>
          <p:cNvPr id="16" name="TextBox 15">
            <a:extLst>
              <a:ext uri="{FF2B5EF4-FFF2-40B4-BE49-F238E27FC236}">
                <a16:creationId xmlns:a16="http://schemas.microsoft.com/office/drawing/2014/main" id="{FE2E0C67-CFEA-CD8B-30E4-7B50E048B0E8}"/>
              </a:ext>
            </a:extLst>
          </p:cNvPr>
          <p:cNvSpPr txBox="1"/>
          <p:nvPr/>
        </p:nvSpPr>
        <p:spPr>
          <a:xfrm>
            <a:off x="5212080" y="1737360"/>
            <a:ext cx="5669280" cy="685800"/>
          </a:xfrm>
          <a:prstGeom prst="rect">
            <a:avLst/>
          </a:prstGeom>
          <a:noFill/>
        </p:spPr>
        <p:txBody>
          <a:bodyPr wrap="square" anchor="t">
            <a:spAutoFit/>
          </a:bodyPr>
          <a:lstStyle/>
          <a:p>
            <a:pPr algn="l">
              <a:defRPr sz="1800" b="0">
                <a:solidFill>
                  <a:srgbClr val="000000"/>
                </a:solidFill>
                <a:latin typeface="Montserrat"/>
              </a:defRPr>
            </a:pPr>
            <a:r>
              <a:rPr dirty="0" err="1"/>
              <a:t>Tamaños</a:t>
            </a:r>
            <a:r>
              <a:rPr dirty="0"/>
              <a:t> de </a:t>
            </a:r>
            <a:r>
              <a:rPr dirty="0" err="1"/>
              <a:t>grupo</a:t>
            </a:r>
            <a:r>
              <a:rPr dirty="0"/>
              <a:t>: 46, 54, 42, 46, 32</a:t>
            </a:r>
            <a:br>
              <a:rPr dirty="0"/>
            </a:br>
            <a:r>
              <a:rPr dirty="0" err="1"/>
              <a:t>Σx</a:t>
            </a:r>
            <a:r>
              <a:rPr dirty="0"/>
              <a:t>ᵢ = 220; n = 5</a:t>
            </a:r>
          </a:p>
        </p:txBody>
      </p:sp>
      <p:sp>
        <p:nvSpPr>
          <p:cNvPr id="17" name="Rounded Rectangle 16">
            <a:extLst>
              <a:ext uri="{FF2B5EF4-FFF2-40B4-BE49-F238E27FC236}">
                <a16:creationId xmlns:a16="http://schemas.microsoft.com/office/drawing/2014/main" id="{98BBBC7F-A307-9641-E17E-1E606BD985DD}"/>
              </a:ext>
            </a:extLst>
          </p:cNvPr>
          <p:cNvSpPr/>
          <p:nvPr/>
        </p:nvSpPr>
        <p:spPr>
          <a:xfrm>
            <a:off x="5212080" y="2743200"/>
            <a:ext cx="566928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88EF4950-9C72-5D7F-3158-237898749D46}"/>
              </a:ext>
            </a:extLst>
          </p:cNvPr>
          <p:cNvSpPr txBox="1"/>
          <p:nvPr/>
        </p:nvSpPr>
        <p:spPr>
          <a:xfrm>
            <a:off x="5394960" y="2907792"/>
            <a:ext cx="5303520" cy="731519"/>
          </a:xfrm>
          <a:prstGeom prst="rect">
            <a:avLst/>
          </a:prstGeom>
          <a:noFill/>
        </p:spPr>
        <p:txBody>
          <a:bodyPr wrap="square" anchor="ctr">
            <a:spAutoFit/>
          </a:bodyPr>
          <a:lstStyle/>
          <a:p>
            <a:pPr algn="ctr">
              <a:defRPr sz="2300" b="1">
                <a:solidFill>
                  <a:srgbClr val="24398A"/>
                </a:solidFill>
                <a:latin typeface="Montserrat"/>
              </a:defRPr>
            </a:pPr>
            <a:r>
              <a:t>x̄ = 220 / 5 = 44 estudiantes</a:t>
            </a:r>
          </a:p>
        </p:txBody>
      </p:sp>
      <p:sp>
        <p:nvSpPr>
          <p:cNvPr id="19" name="TextBox 18">
            <a:extLst>
              <a:ext uri="{FF2B5EF4-FFF2-40B4-BE49-F238E27FC236}">
                <a16:creationId xmlns:a16="http://schemas.microsoft.com/office/drawing/2014/main" id="{4A9FB3E7-0E2D-2FEE-4008-A5BEC1E27759}"/>
              </a:ext>
            </a:extLst>
          </p:cNvPr>
          <p:cNvSpPr txBox="1"/>
          <p:nvPr/>
        </p:nvSpPr>
        <p:spPr>
          <a:xfrm>
            <a:off x="5212080" y="4023360"/>
            <a:ext cx="5577840" cy="615553"/>
          </a:xfrm>
          <a:prstGeom prst="rect">
            <a:avLst/>
          </a:prstGeom>
          <a:noFill/>
        </p:spPr>
        <p:txBody>
          <a:bodyPr wrap="square" anchor="t">
            <a:spAutoFit/>
          </a:bodyPr>
          <a:lstStyle/>
          <a:p>
            <a:pPr algn="l">
              <a:defRPr sz="1700" b="0">
                <a:solidFill>
                  <a:srgbClr val="5A5F69"/>
                </a:solidFill>
                <a:latin typeface="Montserrat"/>
              </a:defRPr>
            </a:pPr>
            <a:r>
              <a:rPr dirty="0" err="1"/>
              <a:t>Interpretación</a:t>
            </a:r>
            <a:r>
              <a:rPr dirty="0"/>
              <a:t>: el </a:t>
            </a:r>
            <a:r>
              <a:rPr dirty="0" err="1"/>
              <a:t>tamaño</a:t>
            </a:r>
            <a:r>
              <a:rPr dirty="0"/>
              <a:t> </a:t>
            </a:r>
            <a:r>
              <a:rPr dirty="0" err="1"/>
              <a:t>promedio</a:t>
            </a:r>
            <a:r>
              <a:rPr dirty="0"/>
              <a:t> de </a:t>
            </a:r>
            <a:r>
              <a:rPr dirty="0" err="1"/>
              <a:t>grupo</a:t>
            </a:r>
            <a:r>
              <a:rPr dirty="0"/>
              <a:t> es 44 </a:t>
            </a:r>
            <a:r>
              <a:rPr dirty="0" err="1"/>
              <a:t>estudiantes</a:t>
            </a:r>
            <a:r>
              <a:rPr dirty="0"/>
              <a:t>.</a:t>
            </a:r>
          </a:p>
        </p:txBody>
      </p:sp>
      <p:sp>
        <p:nvSpPr>
          <p:cNvPr id="20" name="Rounded Rectangle 19">
            <a:extLst>
              <a:ext uri="{FF2B5EF4-FFF2-40B4-BE49-F238E27FC236}">
                <a16:creationId xmlns:a16="http://schemas.microsoft.com/office/drawing/2014/main" id="{AC00B028-BB3B-3F33-B374-479A1A96C37C}"/>
              </a:ext>
            </a:extLst>
          </p:cNvPr>
          <p:cNvSpPr/>
          <p:nvPr/>
        </p:nvSpPr>
        <p:spPr>
          <a:xfrm>
            <a:off x="685800" y="4572000"/>
            <a:ext cx="4023360" cy="100584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57916272-7C1A-8861-3090-AC07A91216AE}"/>
              </a:ext>
            </a:extLst>
          </p:cNvPr>
          <p:cNvSpPr txBox="1"/>
          <p:nvPr/>
        </p:nvSpPr>
        <p:spPr>
          <a:xfrm>
            <a:off x="850392" y="4681728"/>
            <a:ext cx="3694176" cy="320040"/>
          </a:xfrm>
          <a:prstGeom prst="rect">
            <a:avLst/>
          </a:prstGeom>
          <a:noFill/>
        </p:spPr>
        <p:txBody>
          <a:bodyPr wrap="square" anchor="t">
            <a:spAutoFit/>
          </a:bodyPr>
          <a:lstStyle/>
          <a:p>
            <a:pPr algn="l">
              <a:defRPr sz="1500" b="1">
                <a:solidFill>
                  <a:srgbClr val="5CA847"/>
                </a:solidFill>
                <a:latin typeface="Montserrat"/>
              </a:defRPr>
            </a:pPr>
            <a:r>
              <a:t>Ventaja</a:t>
            </a:r>
          </a:p>
        </p:txBody>
      </p:sp>
      <p:sp>
        <p:nvSpPr>
          <p:cNvPr id="22" name="TextBox 21">
            <a:extLst>
              <a:ext uri="{FF2B5EF4-FFF2-40B4-BE49-F238E27FC236}">
                <a16:creationId xmlns:a16="http://schemas.microsoft.com/office/drawing/2014/main" id="{17D43082-0482-21D3-975D-FA09ACD8DD8D}"/>
              </a:ext>
            </a:extLst>
          </p:cNvPr>
          <p:cNvSpPr txBox="1"/>
          <p:nvPr/>
        </p:nvSpPr>
        <p:spPr>
          <a:xfrm>
            <a:off x="850392" y="5074920"/>
            <a:ext cx="3694176" cy="353943"/>
          </a:xfrm>
          <a:prstGeom prst="rect">
            <a:avLst/>
          </a:prstGeom>
          <a:noFill/>
        </p:spPr>
        <p:txBody>
          <a:bodyPr wrap="square" anchor="t">
            <a:spAutoFit/>
          </a:bodyPr>
          <a:lstStyle/>
          <a:p>
            <a:pPr algn="l">
              <a:defRPr sz="1400" b="0">
                <a:solidFill>
                  <a:srgbClr val="5A5F69"/>
                </a:solidFill>
                <a:latin typeface="Montserrat"/>
              </a:defRPr>
            </a:pPr>
            <a:r>
              <a:rPr sz="1700" dirty="0"/>
              <a:t>Usa </a:t>
            </a:r>
            <a:r>
              <a:rPr sz="1700" dirty="0" err="1"/>
              <a:t>todas</a:t>
            </a:r>
            <a:r>
              <a:rPr sz="1700" dirty="0"/>
              <a:t> las </a:t>
            </a:r>
            <a:r>
              <a:rPr sz="1700" dirty="0" err="1"/>
              <a:t>observaciones</a:t>
            </a:r>
            <a:r>
              <a:rPr sz="1700" dirty="0"/>
              <a:t>.</a:t>
            </a:r>
          </a:p>
        </p:txBody>
      </p:sp>
      <p:sp>
        <p:nvSpPr>
          <p:cNvPr id="23" name="Rounded Rectangle 22">
            <a:extLst>
              <a:ext uri="{FF2B5EF4-FFF2-40B4-BE49-F238E27FC236}">
                <a16:creationId xmlns:a16="http://schemas.microsoft.com/office/drawing/2014/main" id="{EF7A2D50-E302-971D-9325-42F40D712EBE}"/>
              </a:ext>
            </a:extLst>
          </p:cNvPr>
          <p:cNvSpPr/>
          <p:nvPr/>
        </p:nvSpPr>
        <p:spPr>
          <a:xfrm>
            <a:off x="5212080" y="4983480"/>
            <a:ext cx="5669280" cy="1005840"/>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DC90F0A3-971B-72D5-2BCE-CC394B1F4093}"/>
              </a:ext>
            </a:extLst>
          </p:cNvPr>
          <p:cNvSpPr txBox="1"/>
          <p:nvPr/>
        </p:nvSpPr>
        <p:spPr>
          <a:xfrm>
            <a:off x="5376672" y="5093208"/>
            <a:ext cx="5340096" cy="320040"/>
          </a:xfrm>
          <a:prstGeom prst="rect">
            <a:avLst/>
          </a:prstGeom>
          <a:noFill/>
        </p:spPr>
        <p:txBody>
          <a:bodyPr wrap="square" anchor="t">
            <a:spAutoFit/>
          </a:bodyPr>
          <a:lstStyle/>
          <a:p>
            <a:pPr algn="l">
              <a:defRPr sz="1500" b="1">
                <a:solidFill>
                  <a:srgbClr val="D5433C"/>
                </a:solidFill>
                <a:latin typeface="Montserrat"/>
              </a:defRPr>
            </a:pPr>
            <a:r>
              <a:t>Precaución</a:t>
            </a:r>
          </a:p>
        </p:txBody>
      </p:sp>
      <p:sp>
        <p:nvSpPr>
          <p:cNvPr id="25" name="TextBox 24">
            <a:extLst>
              <a:ext uri="{FF2B5EF4-FFF2-40B4-BE49-F238E27FC236}">
                <a16:creationId xmlns:a16="http://schemas.microsoft.com/office/drawing/2014/main" id="{E122D465-AC38-FD2C-50FB-AE93144CC2BD}"/>
              </a:ext>
            </a:extLst>
          </p:cNvPr>
          <p:cNvSpPr txBox="1"/>
          <p:nvPr/>
        </p:nvSpPr>
        <p:spPr>
          <a:xfrm>
            <a:off x="5376672" y="5486400"/>
            <a:ext cx="5340096" cy="353943"/>
          </a:xfrm>
          <a:prstGeom prst="rect">
            <a:avLst/>
          </a:prstGeom>
          <a:noFill/>
        </p:spPr>
        <p:txBody>
          <a:bodyPr wrap="square" anchor="t">
            <a:spAutoFit/>
          </a:bodyPr>
          <a:lstStyle/>
          <a:p>
            <a:pPr algn="l">
              <a:defRPr sz="1400" b="0">
                <a:solidFill>
                  <a:srgbClr val="5A5F69"/>
                </a:solidFill>
                <a:latin typeface="Montserrat"/>
              </a:defRPr>
            </a:pPr>
            <a:r>
              <a:rPr sz="1700" dirty="0"/>
              <a:t>Valores </a:t>
            </a:r>
            <a:r>
              <a:rPr sz="1700" dirty="0" err="1"/>
              <a:t>extremos</a:t>
            </a:r>
            <a:r>
              <a:rPr sz="1700" dirty="0"/>
              <a:t> </a:t>
            </a:r>
            <a:r>
              <a:rPr sz="1700" dirty="0" err="1"/>
              <a:t>pueden</a:t>
            </a:r>
            <a:r>
              <a:rPr sz="1700" dirty="0"/>
              <a:t> </a:t>
            </a:r>
            <a:r>
              <a:rPr sz="1700" dirty="0" err="1"/>
              <a:t>desplazar</a:t>
            </a:r>
            <a:r>
              <a:rPr sz="1700" dirty="0"/>
              <a:t> la media.</a:t>
            </a:r>
          </a:p>
        </p:txBody>
      </p:sp>
      <p:sp>
        <p:nvSpPr>
          <p:cNvPr id="27" name="TextBox 26">
            <a:extLst>
              <a:ext uri="{FF2B5EF4-FFF2-40B4-BE49-F238E27FC236}">
                <a16:creationId xmlns:a16="http://schemas.microsoft.com/office/drawing/2014/main" id="{A5F944C6-B762-A502-3E5D-7E11EC953FC9}"/>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29" name="TextBox 28">
            <a:extLst>
              <a:ext uri="{FF2B5EF4-FFF2-40B4-BE49-F238E27FC236}">
                <a16:creationId xmlns:a16="http://schemas.microsoft.com/office/drawing/2014/main" id="{0FEE526C-9E5F-0A72-94F6-AACEB1550EAB}"/>
              </a:ext>
            </a:extLst>
          </p:cNvPr>
          <p:cNvSpPr txBox="1"/>
          <p:nvPr/>
        </p:nvSpPr>
        <p:spPr>
          <a:xfrm>
            <a:off x="502920" y="80695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MEDIA</a:t>
            </a:r>
            <a:endParaRPr sz="2000" dirty="0"/>
          </a:p>
        </p:txBody>
      </p:sp>
    </p:spTree>
    <p:extLst>
      <p:ext uri="{BB962C8B-B14F-4D97-AF65-F5344CB8AC3E}">
        <p14:creationId xmlns:p14="http://schemas.microsoft.com/office/powerpoint/2010/main" val="2736275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440E7-BE16-A0E6-4121-05DF5140838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D804F5-EA27-26ED-C2C8-C7AAED497481}"/>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180BFF8-7DC1-9A62-1134-8DF8CBCEBFDB}"/>
              </a:ext>
            </a:extLst>
          </p:cNvPr>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a:extLst>
              <a:ext uri="{FF2B5EF4-FFF2-40B4-BE49-F238E27FC236}">
                <a16:creationId xmlns:a16="http://schemas.microsoft.com/office/drawing/2014/main" id="{EF3D02BC-2000-1D5B-0877-683E2CD9EC2F}"/>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 ubicación central</a:t>
            </a:r>
          </a:p>
        </p:txBody>
      </p:sp>
      <p:sp>
        <p:nvSpPr>
          <p:cNvPr id="6" name="Rectangle 5">
            <a:extLst>
              <a:ext uri="{FF2B5EF4-FFF2-40B4-BE49-F238E27FC236}">
                <a16:creationId xmlns:a16="http://schemas.microsoft.com/office/drawing/2014/main" id="{CFB378CF-F44F-7B79-9627-F43A195D6AA4}"/>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93BA13A-4434-2F4E-4E28-B0C1E9F221C2}"/>
              </a:ext>
            </a:extLst>
          </p:cNvPr>
          <p:cNvSpPr txBox="1"/>
          <p:nvPr/>
        </p:nvSpPr>
        <p:spPr>
          <a:xfrm>
            <a:off x="502920" y="80695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MEDIANA</a:t>
            </a:r>
            <a:endParaRPr sz="2000" dirty="0"/>
          </a:p>
        </p:txBody>
      </p:sp>
      <p:sp>
        <p:nvSpPr>
          <p:cNvPr id="16" name="TextBox 15">
            <a:extLst>
              <a:ext uri="{FF2B5EF4-FFF2-40B4-BE49-F238E27FC236}">
                <a16:creationId xmlns:a16="http://schemas.microsoft.com/office/drawing/2014/main" id="{DE66D433-B73B-98B6-E886-38D38B3F292A}"/>
              </a:ext>
            </a:extLst>
          </p:cNvPr>
          <p:cNvSpPr txBox="1"/>
          <p:nvPr/>
        </p:nvSpPr>
        <p:spPr>
          <a:xfrm>
            <a:off x="533400" y="1451864"/>
            <a:ext cx="8143240" cy="2246769"/>
          </a:xfrm>
          <a:prstGeom prst="rect">
            <a:avLst/>
          </a:prstGeom>
          <a:noFill/>
        </p:spPr>
        <p:txBody>
          <a:bodyPr wrap="square" anchor="t">
            <a:spAutoFit/>
          </a:bodyPr>
          <a:lstStyle/>
          <a:p>
            <a:pPr algn="just"/>
            <a:r>
              <a:rPr lang="es-MX" sz="2000" dirty="0">
                <a:latin typeface="Montserrat" panose="00000500000000000000" pitchFamily="2" charset="0"/>
              </a:rPr>
              <a:t>La </a:t>
            </a:r>
            <a:r>
              <a:rPr lang="es-MX" sz="2000" b="1" dirty="0">
                <a:latin typeface="Montserrat" panose="00000500000000000000" pitchFamily="2" charset="0"/>
              </a:rPr>
              <a:t>mediana </a:t>
            </a:r>
            <a:r>
              <a:rPr lang="es-MX" sz="2000" dirty="0">
                <a:latin typeface="Montserrat" panose="00000500000000000000" pitchFamily="2" charset="0"/>
              </a:rPr>
              <a:t>es otra medida de ubicación central; es el valor de en medio cuando los datos están acomodados en orden ascendente (del valor menor al valor mayor). Con un número impar de observaciones, la mediana es el valor de en medio. Con un número par, no hay valor de en medio. En este caso se sigue la convención y la mediana se define como el promedio de los valores de las dos observaciones de en medio.</a:t>
            </a:r>
            <a:endParaRPr sz="2000" dirty="0">
              <a:latin typeface="Montserrat" panose="00000500000000000000" pitchFamily="2" charset="0"/>
            </a:endParaRPr>
          </a:p>
        </p:txBody>
      </p:sp>
      <p:sp>
        <p:nvSpPr>
          <p:cNvPr id="27" name="TextBox 26">
            <a:extLst>
              <a:ext uri="{FF2B5EF4-FFF2-40B4-BE49-F238E27FC236}">
                <a16:creationId xmlns:a16="http://schemas.microsoft.com/office/drawing/2014/main" id="{FA67BA04-9659-EF19-EB7A-665861407C6D}"/>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pic>
        <p:nvPicPr>
          <p:cNvPr id="9" name="Picture 8">
            <a:extLst>
              <a:ext uri="{FF2B5EF4-FFF2-40B4-BE49-F238E27FC236}">
                <a16:creationId xmlns:a16="http://schemas.microsoft.com/office/drawing/2014/main" id="{FA0604BB-2381-0D87-61A1-81CBFEB13478}"/>
              </a:ext>
            </a:extLst>
          </p:cNvPr>
          <p:cNvPicPr>
            <a:picLocks noChangeAspect="1"/>
          </p:cNvPicPr>
          <p:nvPr/>
        </p:nvPicPr>
        <p:blipFill>
          <a:blip r:embed="rId2"/>
          <a:stretch>
            <a:fillRect/>
          </a:stretch>
        </p:blipFill>
        <p:spPr>
          <a:xfrm>
            <a:off x="6080760" y="4025785"/>
            <a:ext cx="5499794" cy="2155698"/>
          </a:xfrm>
          <a:prstGeom prst="rect">
            <a:avLst/>
          </a:prstGeom>
        </p:spPr>
      </p:pic>
    </p:spTree>
    <p:extLst>
      <p:ext uri="{BB962C8B-B14F-4D97-AF65-F5344CB8AC3E}">
        <p14:creationId xmlns:p14="http://schemas.microsoft.com/office/powerpoint/2010/main" val="3348127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D4C45-2B31-C6D7-87D2-D388C6B153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7A5736-FB0A-E877-25EE-0117007F2DCF}"/>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4874DAB-074C-6994-BCE4-DC506B9465FD}"/>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19FFC86-94E6-9099-72DD-DF1DF6FFF516}"/>
              </a:ext>
            </a:extLst>
          </p:cNvPr>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a:extLst>
              <a:ext uri="{FF2B5EF4-FFF2-40B4-BE49-F238E27FC236}">
                <a16:creationId xmlns:a16="http://schemas.microsoft.com/office/drawing/2014/main" id="{56DCA3D6-441C-6F59-7590-1D8CA5EC32E2}"/>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a:extLst>
              <a:ext uri="{FF2B5EF4-FFF2-40B4-BE49-F238E27FC236}">
                <a16:creationId xmlns:a16="http://schemas.microsoft.com/office/drawing/2014/main" id="{A937A96B-8D46-048C-E6B3-2C804F25D007}"/>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0A7BC0F-525F-8C65-0ED7-915DFB01EA8A}"/>
              </a:ext>
            </a:extLst>
          </p:cNvPr>
          <p:cNvSpPr txBox="1"/>
          <p:nvPr/>
        </p:nvSpPr>
        <p:spPr>
          <a:xfrm>
            <a:off x="523239" y="1295400"/>
            <a:ext cx="2606346" cy="400110"/>
          </a:xfrm>
          <a:prstGeom prst="rect">
            <a:avLst/>
          </a:prstGeom>
          <a:noFill/>
        </p:spPr>
        <p:txBody>
          <a:bodyPr wrap="square" anchor="t">
            <a:spAutoFit/>
          </a:bodyPr>
          <a:lstStyle/>
          <a:p>
            <a:pPr algn="l">
              <a:defRPr sz="1800" b="1">
                <a:solidFill>
                  <a:srgbClr val="24398A"/>
                </a:solidFill>
                <a:latin typeface="Montserrat"/>
              </a:defRPr>
            </a:pPr>
            <a:r>
              <a:rPr sz="2000" dirty="0" err="1"/>
              <a:t>Procedimiento</a:t>
            </a:r>
            <a:endParaRPr sz="2000" dirty="0"/>
          </a:p>
        </p:txBody>
      </p:sp>
      <p:sp>
        <p:nvSpPr>
          <p:cNvPr id="10" name="TextBox 9">
            <a:extLst>
              <a:ext uri="{FF2B5EF4-FFF2-40B4-BE49-F238E27FC236}">
                <a16:creationId xmlns:a16="http://schemas.microsoft.com/office/drawing/2014/main" id="{EC42B19C-889C-B481-0564-A0076AD2896D}"/>
              </a:ext>
            </a:extLst>
          </p:cNvPr>
          <p:cNvSpPr txBox="1"/>
          <p:nvPr/>
        </p:nvSpPr>
        <p:spPr>
          <a:xfrm>
            <a:off x="543561" y="1737360"/>
            <a:ext cx="4627880" cy="2144177"/>
          </a:xfrm>
          <a:prstGeom prst="rect">
            <a:avLst/>
          </a:prstGeom>
          <a:noFill/>
        </p:spPr>
        <p:txBody>
          <a:bodyPr wrap="square">
            <a:spAutoFit/>
          </a:bodyPr>
          <a:lstStyle/>
          <a:p>
            <a:pPr algn="just">
              <a:spcAft>
                <a:spcPts val="800"/>
              </a:spcAft>
              <a:defRPr sz="1700">
                <a:solidFill>
                  <a:srgbClr val="000000"/>
                </a:solidFill>
                <a:latin typeface="Montserrat"/>
              </a:defRPr>
            </a:pPr>
            <a:r>
              <a:rPr sz="2000" dirty="0" err="1"/>
              <a:t>Ordenar</a:t>
            </a:r>
            <a:r>
              <a:rPr sz="2000" dirty="0"/>
              <a:t> </a:t>
            </a:r>
            <a:r>
              <a:rPr sz="2000" dirty="0" err="1"/>
              <a:t>los</a:t>
            </a:r>
            <a:r>
              <a:rPr sz="2000" dirty="0"/>
              <a:t> </a:t>
            </a:r>
            <a:r>
              <a:rPr sz="2000" dirty="0" err="1"/>
              <a:t>datos</a:t>
            </a:r>
            <a:r>
              <a:rPr sz="2000" dirty="0"/>
              <a:t> de </a:t>
            </a:r>
            <a:r>
              <a:rPr sz="2000" dirty="0" err="1"/>
              <a:t>menor</a:t>
            </a:r>
            <a:r>
              <a:rPr sz="2000" dirty="0"/>
              <a:t> a mayor.</a:t>
            </a:r>
          </a:p>
          <a:p>
            <a:pPr algn="just">
              <a:spcAft>
                <a:spcPts val="800"/>
              </a:spcAft>
              <a:defRPr sz="1700">
                <a:solidFill>
                  <a:srgbClr val="000000"/>
                </a:solidFill>
                <a:latin typeface="Montserrat"/>
              </a:defRPr>
            </a:pPr>
            <a:r>
              <a:rPr sz="2000" dirty="0"/>
              <a:t>Si n es impar: </a:t>
            </a:r>
            <a:r>
              <a:rPr sz="2000" dirty="0" err="1"/>
              <a:t>elegir</a:t>
            </a:r>
            <a:r>
              <a:rPr sz="2000" dirty="0"/>
              <a:t> el valor de </a:t>
            </a:r>
            <a:r>
              <a:rPr sz="2000" dirty="0" err="1"/>
              <a:t>en</a:t>
            </a:r>
            <a:r>
              <a:rPr sz="2000" dirty="0"/>
              <a:t> medio.</a:t>
            </a:r>
          </a:p>
          <a:p>
            <a:pPr algn="just">
              <a:spcAft>
                <a:spcPts val="800"/>
              </a:spcAft>
              <a:defRPr sz="1700">
                <a:solidFill>
                  <a:srgbClr val="000000"/>
                </a:solidFill>
                <a:latin typeface="Montserrat"/>
              </a:defRPr>
            </a:pPr>
            <a:r>
              <a:rPr sz="2000" dirty="0"/>
              <a:t>Si n es par: </a:t>
            </a:r>
            <a:r>
              <a:rPr sz="2000" dirty="0" err="1"/>
              <a:t>promediar</a:t>
            </a:r>
            <a:r>
              <a:rPr sz="2000" dirty="0"/>
              <a:t> </a:t>
            </a:r>
            <a:r>
              <a:rPr sz="2000" dirty="0" err="1"/>
              <a:t>los</a:t>
            </a:r>
            <a:r>
              <a:rPr sz="2000" dirty="0"/>
              <a:t> dos </a:t>
            </a:r>
            <a:r>
              <a:rPr sz="2000" dirty="0" err="1"/>
              <a:t>valores</a:t>
            </a:r>
            <a:r>
              <a:rPr sz="2000" dirty="0"/>
              <a:t> </a:t>
            </a:r>
            <a:r>
              <a:rPr sz="2000" dirty="0" err="1"/>
              <a:t>centrales</a:t>
            </a:r>
            <a:r>
              <a:rPr sz="2000" dirty="0"/>
              <a:t>.</a:t>
            </a:r>
          </a:p>
        </p:txBody>
      </p:sp>
      <p:sp>
        <p:nvSpPr>
          <p:cNvPr id="11" name="TextBox 10">
            <a:extLst>
              <a:ext uri="{FF2B5EF4-FFF2-40B4-BE49-F238E27FC236}">
                <a16:creationId xmlns:a16="http://schemas.microsoft.com/office/drawing/2014/main" id="{BF5ED11A-C9CE-1810-3DDE-4746A06B6101}"/>
              </a:ext>
            </a:extLst>
          </p:cNvPr>
          <p:cNvSpPr txBox="1"/>
          <p:nvPr/>
        </p:nvSpPr>
        <p:spPr>
          <a:xfrm>
            <a:off x="5760720" y="1325880"/>
            <a:ext cx="3962400" cy="400110"/>
          </a:xfrm>
          <a:prstGeom prst="rect">
            <a:avLst/>
          </a:prstGeom>
          <a:noFill/>
        </p:spPr>
        <p:txBody>
          <a:bodyPr wrap="square" anchor="t">
            <a:spAutoFit/>
          </a:bodyPr>
          <a:lstStyle/>
          <a:p>
            <a:pPr algn="l">
              <a:defRPr sz="1800" b="1">
                <a:solidFill>
                  <a:srgbClr val="24398A"/>
                </a:solidFill>
                <a:latin typeface="Montserrat"/>
              </a:defRPr>
            </a:pPr>
            <a:r>
              <a:rPr sz="2000" dirty="0" err="1"/>
              <a:t>Ejemplo</a:t>
            </a:r>
            <a:r>
              <a:rPr sz="2000" dirty="0"/>
              <a:t>: 12 </a:t>
            </a:r>
            <a:r>
              <a:rPr sz="2000" dirty="0" err="1"/>
              <a:t>sueldos</a:t>
            </a:r>
            <a:r>
              <a:rPr sz="2000" dirty="0"/>
              <a:t> </a:t>
            </a:r>
            <a:r>
              <a:rPr sz="2000" dirty="0" err="1"/>
              <a:t>iniciales</a:t>
            </a:r>
            <a:endParaRPr sz="2000" dirty="0"/>
          </a:p>
        </p:txBody>
      </p:sp>
      <p:sp>
        <p:nvSpPr>
          <p:cNvPr id="12" name="TextBox 11">
            <a:extLst>
              <a:ext uri="{FF2B5EF4-FFF2-40B4-BE49-F238E27FC236}">
                <a16:creationId xmlns:a16="http://schemas.microsoft.com/office/drawing/2014/main" id="{BAC2E45A-CDC1-933C-2340-1EB77D5C08F1}"/>
              </a:ext>
            </a:extLst>
          </p:cNvPr>
          <p:cNvSpPr txBox="1"/>
          <p:nvPr/>
        </p:nvSpPr>
        <p:spPr>
          <a:xfrm>
            <a:off x="5806440" y="1828800"/>
            <a:ext cx="5029200" cy="502920"/>
          </a:xfrm>
          <a:prstGeom prst="rect">
            <a:avLst/>
          </a:prstGeom>
          <a:noFill/>
        </p:spPr>
        <p:txBody>
          <a:bodyPr wrap="square" anchor="t">
            <a:spAutoFit/>
          </a:bodyPr>
          <a:lstStyle/>
          <a:p>
            <a:pPr algn="ctr">
              <a:defRPr sz="2400" b="1">
                <a:solidFill>
                  <a:srgbClr val="000000"/>
                </a:solidFill>
                <a:latin typeface="Montserrat"/>
              </a:defRPr>
            </a:pPr>
            <a:r>
              <a:t>… 3 490   |   3 520 …</a:t>
            </a:r>
          </a:p>
        </p:txBody>
      </p:sp>
      <p:sp>
        <p:nvSpPr>
          <p:cNvPr id="13" name="Rounded Rectangle 12">
            <a:extLst>
              <a:ext uri="{FF2B5EF4-FFF2-40B4-BE49-F238E27FC236}">
                <a16:creationId xmlns:a16="http://schemas.microsoft.com/office/drawing/2014/main" id="{F3120111-37BC-6CDB-5B92-CFDA61C634F5}"/>
              </a:ext>
            </a:extLst>
          </p:cNvPr>
          <p:cNvSpPr/>
          <p:nvPr/>
        </p:nvSpPr>
        <p:spPr>
          <a:xfrm>
            <a:off x="5577840" y="2651760"/>
            <a:ext cx="5303520" cy="109728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0EE52A8-D2D1-5D9D-0BE8-FA5B5471C407}"/>
              </a:ext>
            </a:extLst>
          </p:cNvPr>
          <p:cNvSpPr txBox="1"/>
          <p:nvPr/>
        </p:nvSpPr>
        <p:spPr>
          <a:xfrm>
            <a:off x="5760720" y="2816352"/>
            <a:ext cx="4937759" cy="822959"/>
          </a:xfrm>
          <a:prstGeom prst="rect">
            <a:avLst/>
          </a:prstGeom>
          <a:noFill/>
        </p:spPr>
        <p:txBody>
          <a:bodyPr wrap="square" anchor="ctr">
            <a:spAutoFit/>
          </a:bodyPr>
          <a:lstStyle/>
          <a:p>
            <a:pPr algn="ctr">
              <a:defRPr sz="2300" b="1">
                <a:solidFill>
                  <a:srgbClr val="24398A"/>
                </a:solidFill>
                <a:latin typeface="Montserrat"/>
              </a:defRPr>
            </a:pPr>
            <a:r>
              <a:t>Mediana = (3 490 + 3 520) / 2 = $3 505</a:t>
            </a:r>
          </a:p>
        </p:txBody>
      </p:sp>
      <p:sp>
        <p:nvSpPr>
          <p:cNvPr id="15" name="Rounded Rectangle 14">
            <a:extLst>
              <a:ext uri="{FF2B5EF4-FFF2-40B4-BE49-F238E27FC236}">
                <a16:creationId xmlns:a16="http://schemas.microsoft.com/office/drawing/2014/main" id="{08EE0C00-78B8-983B-29E2-04974912AF21}"/>
              </a:ext>
            </a:extLst>
          </p:cNvPr>
          <p:cNvSpPr/>
          <p:nvPr/>
        </p:nvSpPr>
        <p:spPr>
          <a:xfrm>
            <a:off x="685800" y="4343400"/>
            <a:ext cx="4892040" cy="123444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C772D91-888A-B716-F561-7094949BD8E6}"/>
              </a:ext>
            </a:extLst>
          </p:cNvPr>
          <p:cNvSpPr txBox="1"/>
          <p:nvPr/>
        </p:nvSpPr>
        <p:spPr>
          <a:xfrm>
            <a:off x="850392" y="4453128"/>
            <a:ext cx="4562855" cy="320040"/>
          </a:xfrm>
          <a:prstGeom prst="rect">
            <a:avLst/>
          </a:prstGeom>
          <a:noFill/>
        </p:spPr>
        <p:txBody>
          <a:bodyPr wrap="square" anchor="t">
            <a:spAutoFit/>
          </a:bodyPr>
          <a:lstStyle/>
          <a:p>
            <a:pPr algn="l">
              <a:defRPr sz="1500" b="1">
                <a:solidFill>
                  <a:srgbClr val="EBA93B"/>
                </a:solidFill>
                <a:latin typeface="Montserrat"/>
              </a:defRPr>
            </a:pPr>
            <a:r>
              <a:t>¿Por qué puede preferirse?</a:t>
            </a:r>
          </a:p>
        </p:txBody>
      </p:sp>
      <p:sp>
        <p:nvSpPr>
          <p:cNvPr id="17" name="TextBox 16">
            <a:extLst>
              <a:ext uri="{FF2B5EF4-FFF2-40B4-BE49-F238E27FC236}">
                <a16:creationId xmlns:a16="http://schemas.microsoft.com/office/drawing/2014/main" id="{D5F73CA8-37AE-5555-2D6F-9ECC17074D05}"/>
              </a:ext>
            </a:extLst>
          </p:cNvPr>
          <p:cNvSpPr txBox="1"/>
          <p:nvPr/>
        </p:nvSpPr>
        <p:spPr>
          <a:xfrm>
            <a:off x="850392" y="4846320"/>
            <a:ext cx="4562855" cy="640080"/>
          </a:xfrm>
          <a:prstGeom prst="rect">
            <a:avLst/>
          </a:prstGeom>
          <a:noFill/>
        </p:spPr>
        <p:txBody>
          <a:bodyPr wrap="square" anchor="t">
            <a:spAutoFit/>
          </a:bodyPr>
          <a:lstStyle/>
          <a:p>
            <a:pPr algn="l">
              <a:defRPr sz="1300" b="0">
                <a:solidFill>
                  <a:srgbClr val="5A5F69"/>
                </a:solidFill>
                <a:latin typeface="Montserrat"/>
              </a:defRPr>
            </a:pPr>
            <a:r>
              <a:rPr dirty="0"/>
              <a:t>Es </a:t>
            </a:r>
            <a:r>
              <a:rPr dirty="0" err="1"/>
              <a:t>menos</a:t>
            </a:r>
            <a:r>
              <a:rPr dirty="0"/>
              <a:t> sensible a </a:t>
            </a:r>
            <a:r>
              <a:rPr dirty="0" err="1"/>
              <a:t>valores</a:t>
            </a:r>
            <a:r>
              <a:rPr dirty="0"/>
              <a:t> </a:t>
            </a:r>
            <a:r>
              <a:rPr dirty="0" err="1"/>
              <a:t>extremos</a:t>
            </a:r>
            <a:r>
              <a:rPr dirty="0"/>
              <a:t>. En </a:t>
            </a:r>
            <a:r>
              <a:rPr dirty="0" err="1"/>
              <a:t>los</a:t>
            </a:r>
            <a:r>
              <a:rPr dirty="0"/>
              <a:t> </a:t>
            </a:r>
            <a:r>
              <a:rPr dirty="0" err="1"/>
              <a:t>sueldos</a:t>
            </a:r>
            <a:r>
              <a:rPr dirty="0"/>
              <a:t> del </a:t>
            </a:r>
            <a:r>
              <a:rPr dirty="0" err="1"/>
              <a:t>ejemplo</a:t>
            </a:r>
            <a:r>
              <a:rPr dirty="0"/>
              <a:t>, </a:t>
            </a:r>
            <a:r>
              <a:rPr dirty="0" err="1"/>
              <a:t>sustituir</a:t>
            </a:r>
            <a:r>
              <a:rPr dirty="0"/>
              <a:t> $3 925 </a:t>
            </a:r>
            <a:r>
              <a:rPr dirty="0" err="1"/>
              <a:t>por</a:t>
            </a:r>
            <a:r>
              <a:rPr dirty="0"/>
              <a:t> $10 000 cambia </a:t>
            </a:r>
            <a:r>
              <a:rPr dirty="0" err="1"/>
              <a:t>mucho</a:t>
            </a:r>
            <a:r>
              <a:rPr dirty="0"/>
              <a:t> la media, </a:t>
            </a:r>
            <a:r>
              <a:rPr dirty="0" err="1"/>
              <a:t>pero</a:t>
            </a:r>
            <a:r>
              <a:rPr dirty="0"/>
              <a:t> no la </a:t>
            </a:r>
            <a:r>
              <a:rPr dirty="0" err="1"/>
              <a:t>mediana</a:t>
            </a:r>
            <a:r>
              <a:rPr dirty="0"/>
              <a:t>.</a:t>
            </a:r>
          </a:p>
        </p:txBody>
      </p:sp>
      <p:sp>
        <p:nvSpPr>
          <p:cNvPr id="18" name="Rounded Rectangle 17">
            <a:extLst>
              <a:ext uri="{FF2B5EF4-FFF2-40B4-BE49-F238E27FC236}">
                <a16:creationId xmlns:a16="http://schemas.microsoft.com/office/drawing/2014/main" id="{FA3796B4-BE84-C2B0-4D7D-CCC7DB93204E}"/>
              </a:ext>
            </a:extLst>
          </p:cNvPr>
          <p:cNvSpPr/>
          <p:nvPr/>
        </p:nvSpPr>
        <p:spPr>
          <a:xfrm>
            <a:off x="5806440" y="4343400"/>
            <a:ext cx="5074920" cy="123444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FC813A31-E9E7-C008-BB07-AEBF6955E77F}"/>
              </a:ext>
            </a:extLst>
          </p:cNvPr>
          <p:cNvSpPr txBox="1"/>
          <p:nvPr/>
        </p:nvSpPr>
        <p:spPr>
          <a:xfrm>
            <a:off x="5971031" y="4453128"/>
            <a:ext cx="4745736" cy="320040"/>
          </a:xfrm>
          <a:prstGeom prst="rect">
            <a:avLst/>
          </a:prstGeom>
          <a:noFill/>
        </p:spPr>
        <p:txBody>
          <a:bodyPr wrap="square" anchor="t">
            <a:spAutoFit/>
          </a:bodyPr>
          <a:lstStyle/>
          <a:p>
            <a:pPr algn="l">
              <a:defRPr sz="1500" b="1">
                <a:solidFill>
                  <a:srgbClr val="E1B73D"/>
                </a:solidFill>
                <a:latin typeface="Montserrat"/>
              </a:defRPr>
            </a:pPr>
            <a:r>
              <a:t>Aplicaciones</a:t>
            </a:r>
          </a:p>
        </p:txBody>
      </p:sp>
      <p:sp>
        <p:nvSpPr>
          <p:cNvPr id="20" name="TextBox 19">
            <a:extLst>
              <a:ext uri="{FF2B5EF4-FFF2-40B4-BE49-F238E27FC236}">
                <a16:creationId xmlns:a16="http://schemas.microsoft.com/office/drawing/2014/main" id="{B662A3A6-2768-6C83-BA52-D652ED3C4051}"/>
              </a:ext>
            </a:extLst>
          </p:cNvPr>
          <p:cNvSpPr txBox="1"/>
          <p:nvPr/>
        </p:nvSpPr>
        <p:spPr>
          <a:xfrm>
            <a:off x="5971031" y="4846320"/>
            <a:ext cx="4745736" cy="640080"/>
          </a:xfrm>
          <a:prstGeom prst="rect">
            <a:avLst/>
          </a:prstGeom>
          <a:noFill/>
        </p:spPr>
        <p:txBody>
          <a:bodyPr wrap="square" anchor="t">
            <a:spAutoFit/>
          </a:bodyPr>
          <a:lstStyle/>
          <a:p>
            <a:pPr algn="l">
              <a:defRPr sz="1300" b="0">
                <a:solidFill>
                  <a:srgbClr val="5A5F69"/>
                </a:solidFill>
                <a:latin typeface="Montserrat"/>
              </a:defRPr>
            </a:pPr>
            <a:r>
              <a:t>Ingresos, precios de vivienda y otros datos donde pueden aparecer valores muy grandes o pequeños.</a:t>
            </a:r>
          </a:p>
        </p:txBody>
      </p:sp>
      <p:sp>
        <p:nvSpPr>
          <p:cNvPr id="22" name="TextBox 21">
            <a:extLst>
              <a:ext uri="{FF2B5EF4-FFF2-40B4-BE49-F238E27FC236}">
                <a16:creationId xmlns:a16="http://schemas.microsoft.com/office/drawing/2014/main" id="{4295C998-2DC8-03F5-7789-AE03C1D2E075}"/>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21" name="TextBox 20">
            <a:extLst>
              <a:ext uri="{FF2B5EF4-FFF2-40B4-BE49-F238E27FC236}">
                <a16:creationId xmlns:a16="http://schemas.microsoft.com/office/drawing/2014/main" id="{F08AF316-766A-55B4-5C36-BF7E57644C12}"/>
              </a:ext>
            </a:extLst>
          </p:cNvPr>
          <p:cNvSpPr txBox="1"/>
          <p:nvPr/>
        </p:nvSpPr>
        <p:spPr>
          <a:xfrm>
            <a:off x="502920" y="80695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MEDIANA</a:t>
            </a:r>
            <a:endParaRPr sz="2000" dirty="0"/>
          </a:p>
        </p:txBody>
      </p:sp>
    </p:spTree>
    <p:extLst>
      <p:ext uri="{BB962C8B-B14F-4D97-AF65-F5344CB8AC3E}">
        <p14:creationId xmlns:p14="http://schemas.microsoft.com/office/powerpoint/2010/main" val="3306283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Moda: el valor más frecuente</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325880"/>
            <a:ext cx="10241280" cy="502920"/>
          </a:xfrm>
          <a:prstGeom prst="rect">
            <a:avLst/>
          </a:prstGeom>
          <a:noFill/>
        </p:spPr>
        <p:txBody>
          <a:bodyPr wrap="square" anchor="t">
            <a:spAutoFit/>
          </a:bodyPr>
          <a:lstStyle/>
          <a:p>
            <a:pPr algn="ctr">
              <a:defRPr sz="2200" b="1">
                <a:solidFill>
                  <a:srgbClr val="24398A"/>
                </a:solidFill>
                <a:latin typeface="Montserrat"/>
              </a:defRPr>
            </a:pPr>
            <a:r>
              <a:t>La moda es el valor que ocurre con mayor frecuencia.</a:t>
            </a:r>
          </a:p>
        </p:txBody>
      </p:sp>
      <p:sp>
        <p:nvSpPr>
          <p:cNvPr id="10" name="Rounded Rectangle 9"/>
          <p:cNvSpPr/>
          <p:nvPr/>
        </p:nvSpPr>
        <p:spPr>
          <a:xfrm>
            <a:off x="1280160" y="2286000"/>
            <a:ext cx="1280160" cy="822960"/>
          </a:xfrm>
          <a:prstGeom prst="roundRect">
            <a:avLst/>
          </a:prstGeom>
          <a:solidFill>
            <a:srgbClr val="DADDE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2432304"/>
            <a:ext cx="1280160" cy="320040"/>
          </a:xfrm>
          <a:prstGeom prst="rect">
            <a:avLst/>
          </a:prstGeom>
          <a:noFill/>
        </p:spPr>
        <p:txBody>
          <a:bodyPr wrap="square" anchor="t">
            <a:spAutoFit/>
          </a:bodyPr>
          <a:lstStyle/>
          <a:p>
            <a:pPr algn="ctr">
              <a:defRPr sz="2400" b="1">
                <a:solidFill>
                  <a:srgbClr val="5A5F69"/>
                </a:solidFill>
                <a:latin typeface="Montserrat"/>
              </a:defRPr>
            </a:pPr>
            <a:r>
              <a:t>32</a:t>
            </a:r>
          </a:p>
        </p:txBody>
      </p:sp>
      <p:sp>
        <p:nvSpPr>
          <p:cNvPr id="12" name="Rounded Rectangle 11"/>
          <p:cNvSpPr/>
          <p:nvPr/>
        </p:nvSpPr>
        <p:spPr>
          <a:xfrm>
            <a:off x="3108960" y="2286000"/>
            <a:ext cx="1280160" cy="822960"/>
          </a:xfrm>
          <a:prstGeom prst="roundRect">
            <a:avLst/>
          </a:prstGeom>
          <a:solidFill>
            <a:srgbClr val="DADDE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08960" y="2432304"/>
            <a:ext cx="1280160" cy="320040"/>
          </a:xfrm>
          <a:prstGeom prst="rect">
            <a:avLst/>
          </a:prstGeom>
          <a:noFill/>
        </p:spPr>
        <p:txBody>
          <a:bodyPr wrap="square" anchor="t">
            <a:spAutoFit/>
          </a:bodyPr>
          <a:lstStyle/>
          <a:p>
            <a:pPr algn="ctr">
              <a:defRPr sz="2400" b="1">
                <a:solidFill>
                  <a:srgbClr val="5A5F69"/>
                </a:solidFill>
                <a:latin typeface="Montserrat"/>
              </a:defRPr>
            </a:pPr>
            <a:r>
              <a:t>42</a:t>
            </a:r>
          </a:p>
        </p:txBody>
      </p:sp>
      <p:sp>
        <p:nvSpPr>
          <p:cNvPr id="14" name="Rounded Rectangle 13"/>
          <p:cNvSpPr/>
          <p:nvPr/>
        </p:nvSpPr>
        <p:spPr>
          <a:xfrm>
            <a:off x="4937760" y="2286000"/>
            <a:ext cx="1280160" cy="822960"/>
          </a:xfrm>
          <a:prstGeom prst="roundRect">
            <a:avLst/>
          </a:prstGeom>
          <a:solidFill>
            <a:srgbClr val="E1B73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0" y="2432304"/>
            <a:ext cx="1280160" cy="320040"/>
          </a:xfrm>
          <a:prstGeom prst="rect">
            <a:avLst/>
          </a:prstGeom>
          <a:noFill/>
        </p:spPr>
        <p:txBody>
          <a:bodyPr wrap="square" anchor="t">
            <a:spAutoFit/>
          </a:bodyPr>
          <a:lstStyle/>
          <a:p>
            <a:pPr algn="ctr">
              <a:defRPr sz="2400" b="1">
                <a:solidFill>
                  <a:srgbClr val="24398A"/>
                </a:solidFill>
                <a:latin typeface="Montserrat"/>
              </a:defRPr>
            </a:pPr>
            <a:r>
              <a:t>46</a:t>
            </a:r>
          </a:p>
        </p:txBody>
      </p:sp>
      <p:sp>
        <p:nvSpPr>
          <p:cNvPr id="16" name="Rounded Rectangle 15"/>
          <p:cNvSpPr/>
          <p:nvPr/>
        </p:nvSpPr>
        <p:spPr>
          <a:xfrm>
            <a:off x="6766560" y="2286000"/>
            <a:ext cx="1280160" cy="822960"/>
          </a:xfrm>
          <a:prstGeom prst="roundRect">
            <a:avLst/>
          </a:prstGeom>
          <a:solidFill>
            <a:srgbClr val="E1B73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60" y="2432304"/>
            <a:ext cx="1280160" cy="320040"/>
          </a:xfrm>
          <a:prstGeom prst="rect">
            <a:avLst/>
          </a:prstGeom>
          <a:noFill/>
        </p:spPr>
        <p:txBody>
          <a:bodyPr wrap="square" anchor="t">
            <a:spAutoFit/>
          </a:bodyPr>
          <a:lstStyle/>
          <a:p>
            <a:pPr algn="ctr">
              <a:defRPr sz="2400" b="1">
                <a:solidFill>
                  <a:srgbClr val="24398A"/>
                </a:solidFill>
                <a:latin typeface="Montserrat"/>
              </a:defRPr>
            </a:pPr>
            <a:r>
              <a:t>46</a:t>
            </a:r>
          </a:p>
        </p:txBody>
      </p:sp>
      <p:sp>
        <p:nvSpPr>
          <p:cNvPr id="18" name="Rounded Rectangle 17"/>
          <p:cNvSpPr/>
          <p:nvPr/>
        </p:nvSpPr>
        <p:spPr>
          <a:xfrm>
            <a:off x="8595360" y="2286000"/>
            <a:ext cx="1280160" cy="822960"/>
          </a:xfrm>
          <a:prstGeom prst="roundRect">
            <a:avLst/>
          </a:prstGeom>
          <a:solidFill>
            <a:srgbClr val="DADDE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0" y="2432304"/>
            <a:ext cx="1280160" cy="320040"/>
          </a:xfrm>
          <a:prstGeom prst="rect">
            <a:avLst/>
          </a:prstGeom>
          <a:noFill/>
        </p:spPr>
        <p:txBody>
          <a:bodyPr wrap="square" anchor="t">
            <a:spAutoFit/>
          </a:bodyPr>
          <a:lstStyle/>
          <a:p>
            <a:pPr algn="ctr">
              <a:defRPr sz="2400" b="1">
                <a:solidFill>
                  <a:srgbClr val="5A5F69"/>
                </a:solidFill>
                <a:latin typeface="Montserrat"/>
              </a:defRPr>
            </a:pPr>
            <a:r>
              <a:t>54</a:t>
            </a:r>
          </a:p>
        </p:txBody>
      </p:sp>
      <p:sp>
        <p:nvSpPr>
          <p:cNvPr id="20" name="TextBox 19"/>
          <p:cNvSpPr txBox="1"/>
          <p:nvPr/>
        </p:nvSpPr>
        <p:spPr>
          <a:xfrm>
            <a:off x="3749039" y="3520440"/>
            <a:ext cx="4572000" cy="502920"/>
          </a:xfrm>
          <a:prstGeom prst="rect">
            <a:avLst/>
          </a:prstGeom>
          <a:noFill/>
        </p:spPr>
        <p:txBody>
          <a:bodyPr wrap="square" anchor="t">
            <a:spAutoFit/>
          </a:bodyPr>
          <a:lstStyle/>
          <a:p>
            <a:pPr algn="ctr">
              <a:defRPr sz="2400" b="1">
                <a:solidFill>
                  <a:srgbClr val="EBA93B"/>
                </a:solidFill>
                <a:latin typeface="Montserrat"/>
              </a:defRPr>
            </a:pPr>
            <a:r>
              <a:t>Moda = 46</a:t>
            </a:r>
          </a:p>
        </p:txBody>
      </p:sp>
      <p:sp>
        <p:nvSpPr>
          <p:cNvPr id="21" name="Rounded Rectangle 20"/>
          <p:cNvSpPr/>
          <p:nvPr/>
        </p:nvSpPr>
        <p:spPr>
          <a:xfrm>
            <a:off x="914400" y="4389120"/>
            <a:ext cx="3200400" cy="114300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4498848"/>
            <a:ext cx="2871216" cy="320040"/>
          </a:xfrm>
          <a:prstGeom prst="rect">
            <a:avLst/>
          </a:prstGeom>
          <a:noFill/>
        </p:spPr>
        <p:txBody>
          <a:bodyPr wrap="square" anchor="t">
            <a:spAutoFit/>
          </a:bodyPr>
          <a:lstStyle/>
          <a:p>
            <a:pPr algn="l">
              <a:defRPr sz="1600" b="1">
                <a:solidFill>
                  <a:srgbClr val="24398A"/>
                </a:solidFill>
                <a:latin typeface="Montserrat"/>
              </a:defRPr>
            </a:pPr>
            <a:r>
              <a:t>Bimodal</a:t>
            </a:r>
          </a:p>
        </p:txBody>
      </p:sp>
      <p:sp>
        <p:nvSpPr>
          <p:cNvPr id="23" name="TextBox 22"/>
          <p:cNvSpPr txBox="1"/>
          <p:nvPr/>
        </p:nvSpPr>
        <p:spPr>
          <a:xfrm>
            <a:off x="1078992" y="4892040"/>
            <a:ext cx="2871216" cy="548640"/>
          </a:xfrm>
          <a:prstGeom prst="rect">
            <a:avLst/>
          </a:prstGeom>
          <a:noFill/>
        </p:spPr>
        <p:txBody>
          <a:bodyPr wrap="square" anchor="t">
            <a:spAutoFit/>
          </a:bodyPr>
          <a:lstStyle/>
          <a:p>
            <a:pPr algn="l">
              <a:defRPr sz="1400" b="0">
                <a:solidFill>
                  <a:srgbClr val="5A5F69"/>
                </a:solidFill>
                <a:latin typeface="Montserrat"/>
              </a:defRPr>
            </a:pPr>
            <a:r>
              <a:t>Exactamente dos modas.</a:t>
            </a:r>
          </a:p>
        </p:txBody>
      </p:sp>
      <p:sp>
        <p:nvSpPr>
          <p:cNvPr id="24" name="Rounded Rectangle 23"/>
          <p:cNvSpPr/>
          <p:nvPr/>
        </p:nvSpPr>
        <p:spPr>
          <a:xfrm>
            <a:off x="4480560" y="4389120"/>
            <a:ext cx="3200400" cy="114300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45152" y="4498848"/>
            <a:ext cx="2871216" cy="320040"/>
          </a:xfrm>
          <a:prstGeom prst="rect">
            <a:avLst/>
          </a:prstGeom>
          <a:noFill/>
        </p:spPr>
        <p:txBody>
          <a:bodyPr wrap="square" anchor="t">
            <a:spAutoFit/>
          </a:bodyPr>
          <a:lstStyle/>
          <a:p>
            <a:pPr algn="l">
              <a:defRPr sz="1600" b="1">
                <a:solidFill>
                  <a:srgbClr val="5CA847"/>
                </a:solidFill>
                <a:latin typeface="Montserrat"/>
              </a:defRPr>
            </a:pPr>
            <a:r>
              <a:t>Multimodal</a:t>
            </a:r>
          </a:p>
        </p:txBody>
      </p:sp>
      <p:sp>
        <p:nvSpPr>
          <p:cNvPr id="26" name="TextBox 25"/>
          <p:cNvSpPr txBox="1"/>
          <p:nvPr/>
        </p:nvSpPr>
        <p:spPr>
          <a:xfrm>
            <a:off x="4645152" y="4892040"/>
            <a:ext cx="2871216" cy="548640"/>
          </a:xfrm>
          <a:prstGeom prst="rect">
            <a:avLst/>
          </a:prstGeom>
          <a:noFill/>
        </p:spPr>
        <p:txBody>
          <a:bodyPr wrap="square" anchor="t">
            <a:spAutoFit/>
          </a:bodyPr>
          <a:lstStyle/>
          <a:p>
            <a:pPr algn="l">
              <a:defRPr sz="1400" b="0">
                <a:solidFill>
                  <a:srgbClr val="5A5F69"/>
                </a:solidFill>
                <a:latin typeface="Montserrat"/>
              </a:defRPr>
            </a:pPr>
            <a:r>
              <a:t>Más de dos modas.</a:t>
            </a:r>
          </a:p>
        </p:txBody>
      </p:sp>
      <p:sp>
        <p:nvSpPr>
          <p:cNvPr id="27" name="Rounded Rectangle 26"/>
          <p:cNvSpPr/>
          <p:nvPr/>
        </p:nvSpPr>
        <p:spPr>
          <a:xfrm>
            <a:off x="8046720" y="4389120"/>
            <a:ext cx="3200400" cy="1143000"/>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11312" y="4498848"/>
            <a:ext cx="2871216" cy="320040"/>
          </a:xfrm>
          <a:prstGeom prst="rect">
            <a:avLst/>
          </a:prstGeom>
          <a:noFill/>
        </p:spPr>
        <p:txBody>
          <a:bodyPr wrap="square" anchor="t">
            <a:spAutoFit/>
          </a:bodyPr>
          <a:lstStyle/>
          <a:p>
            <a:pPr algn="l">
              <a:defRPr sz="1600" b="1">
                <a:solidFill>
                  <a:srgbClr val="D5433C"/>
                </a:solidFill>
                <a:latin typeface="Montserrat"/>
              </a:defRPr>
            </a:pPr>
            <a:r>
              <a:t>Sin moda útil</a:t>
            </a:r>
          </a:p>
        </p:txBody>
      </p:sp>
      <p:sp>
        <p:nvSpPr>
          <p:cNvPr id="29" name="TextBox 28"/>
          <p:cNvSpPr txBox="1"/>
          <p:nvPr/>
        </p:nvSpPr>
        <p:spPr>
          <a:xfrm>
            <a:off x="8211312" y="4892040"/>
            <a:ext cx="2871216" cy="548640"/>
          </a:xfrm>
          <a:prstGeom prst="rect">
            <a:avLst/>
          </a:prstGeom>
          <a:noFill/>
        </p:spPr>
        <p:txBody>
          <a:bodyPr wrap="square" anchor="t">
            <a:spAutoFit/>
          </a:bodyPr>
          <a:lstStyle/>
          <a:p>
            <a:pPr algn="l">
              <a:defRPr sz="1300" b="0">
                <a:solidFill>
                  <a:srgbClr val="5A5F69"/>
                </a:solidFill>
                <a:latin typeface="Montserrat"/>
              </a:defRPr>
            </a:pPr>
            <a:r>
              <a:t>Cuando listar muchas modas no aporta una descripción clara.</a:t>
            </a:r>
          </a:p>
        </p:txBody>
      </p:sp>
      <p:sp>
        <p:nvSpPr>
          <p:cNvPr id="31" name="TextBox 30">
            <a:extLst>
              <a:ext uri="{FF2B5EF4-FFF2-40B4-BE49-F238E27FC236}">
                <a16:creationId xmlns:a16="http://schemas.microsoft.com/office/drawing/2014/main" id="{DA38C1BF-3161-2AFF-0727-9FCE35A7B24A}"/>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33" name="TextBox 32">
            <a:extLst>
              <a:ext uri="{FF2B5EF4-FFF2-40B4-BE49-F238E27FC236}">
                <a16:creationId xmlns:a16="http://schemas.microsoft.com/office/drawing/2014/main" id="{7DC260CB-3FA0-5D60-660B-9D183037FD4A}"/>
              </a:ext>
            </a:extLst>
          </p:cNvPr>
          <p:cNvSpPr txBox="1"/>
          <p:nvPr/>
        </p:nvSpPr>
        <p:spPr>
          <a:xfrm>
            <a:off x="502920" y="80695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MODA</a:t>
            </a:r>
            <a:endParaRP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E04A2-342C-555D-1837-0852266C737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45A487B-CF1B-B29A-F8E0-E285CCCA280F}"/>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612D99E-338F-DC1B-C0F1-D3DB54BAF523}"/>
              </a:ext>
            </a:extLst>
          </p:cNvPr>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a:extLst>
              <a:ext uri="{FF2B5EF4-FFF2-40B4-BE49-F238E27FC236}">
                <a16:creationId xmlns:a16="http://schemas.microsoft.com/office/drawing/2014/main" id="{B1ACE8A3-DA74-9E8B-6137-383B89CBCC11}"/>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 ubicación central</a:t>
            </a:r>
          </a:p>
        </p:txBody>
      </p:sp>
      <p:sp>
        <p:nvSpPr>
          <p:cNvPr id="6" name="Rectangle 5">
            <a:extLst>
              <a:ext uri="{FF2B5EF4-FFF2-40B4-BE49-F238E27FC236}">
                <a16:creationId xmlns:a16="http://schemas.microsoft.com/office/drawing/2014/main" id="{A8D75447-1391-D41B-9A71-2D8AA3870590}"/>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BB29B703-D4E4-A9C5-B7D6-4E78C9E692F8}"/>
              </a:ext>
            </a:extLst>
          </p:cNvPr>
          <p:cNvSpPr txBox="1"/>
          <p:nvPr/>
        </p:nvSpPr>
        <p:spPr>
          <a:xfrm>
            <a:off x="502920" y="80695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PERCENTÍLES</a:t>
            </a:r>
            <a:endParaRPr sz="2000" dirty="0"/>
          </a:p>
        </p:txBody>
      </p:sp>
      <p:sp>
        <p:nvSpPr>
          <p:cNvPr id="16" name="TextBox 15">
            <a:extLst>
              <a:ext uri="{FF2B5EF4-FFF2-40B4-BE49-F238E27FC236}">
                <a16:creationId xmlns:a16="http://schemas.microsoft.com/office/drawing/2014/main" id="{4AEB4DB7-F20A-43C7-905B-C494D8D5899D}"/>
              </a:ext>
            </a:extLst>
          </p:cNvPr>
          <p:cNvSpPr txBox="1"/>
          <p:nvPr/>
        </p:nvSpPr>
        <p:spPr>
          <a:xfrm>
            <a:off x="533400" y="1451864"/>
            <a:ext cx="8143240" cy="4708981"/>
          </a:xfrm>
          <a:prstGeom prst="rect">
            <a:avLst/>
          </a:prstGeom>
          <a:noFill/>
        </p:spPr>
        <p:txBody>
          <a:bodyPr wrap="square" anchor="t">
            <a:spAutoFit/>
          </a:bodyPr>
          <a:lstStyle/>
          <a:p>
            <a:pPr algn="just"/>
            <a:r>
              <a:rPr lang="es-MX" sz="2000" dirty="0">
                <a:latin typeface="Montserrat" panose="00000500000000000000" pitchFamily="2" charset="0"/>
              </a:rPr>
              <a:t>Un </a:t>
            </a:r>
            <a:r>
              <a:rPr lang="es-MX" sz="2000" b="1" dirty="0">
                <a:latin typeface="Montserrat" panose="00000500000000000000" pitchFamily="2" charset="0"/>
              </a:rPr>
              <a:t>percentil </a:t>
            </a:r>
            <a:r>
              <a:rPr lang="es-MX" sz="2000" dirty="0">
                <a:latin typeface="Montserrat" panose="00000500000000000000" pitchFamily="2" charset="0"/>
              </a:rPr>
              <a:t>proporciona información sobre cómo se distribuyen los datos en el intervalo del valor menor al valor mayor.</a:t>
            </a:r>
          </a:p>
          <a:p>
            <a:pPr algn="just"/>
            <a:endParaRPr lang="es-MX" sz="2000" dirty="0">
              <a:latin typeface="Montserrat" panose="00000500000000000000" pitchFamily="2" charset="0"/>
            </a:endParaRPr>
          </a:p>
          <a:p>
            <a:pPr algn="just"/>
            <a:r>
              <a:rPr lang="es-MX" sz="2000" b="1" dirty="0">
                <a:latin typeface="Montserrat" panose="00000500000000000000" pitchFamily="2" charset="0"/>
              </a:rPr>
              <a:t>Los colegios y universidades suelen reportar los resultados de los exámenes de admisión en términos de percentiles.</a:t>
            </a:r>
            <a:r>
              <a:rPr lang="es-MX" sz="2000" dirty="0">
                <a:latin typeface="Montserrat" panose="00000500000000000000" pitchFamily="2" charset="0"/>
              </a:rPr>
              <a:t> Por </a:t>
            </a:r>
            <a:r>
              <a:rPr lang="es-MX" sz="2000" u="sng" dirty="0">
                <a:latin typeface="Montserrat" panose="00000500000000000000" pitchFamily="2" charset="0"/>
              </a:rPr>
              <a:t>ejemplo</a:t>
            </a:r>
            <a:r>
              <a:rPr lang="es-MX" sz="2000" dirty="0">
                <a:latin typeface="Montserrat" panose="00000500000000000000" pitchFamily="2" charset="0"/>
              </a:rPr>
              <a:t>, suponga que </a:t>
            </a:r>
            <a:r>
              <a:rPr lang="es-MX" sz="2000" u="sng" dirty="0">
                <a:latin typeface="Montserrat" panose="00000500000000000000" pitchFamily="2" charset="0"/>
              </a:rPr>
              <a:t>un solicitante obtiene una puntuación bruta de 54 en la parte verbal de un examen de admisión. Esta información no dice mucho acerca del desempeño que este estudiante tuvo en relación con otros que presentaron el mismo examen. Sin embargo, si la puntuación bruta de 54 corresponde al percentil 70, se sabe que aproximadamente 70% de los estudiantes obtuvo una puntuación menor a la de esta persona y alrededor de 30% alcanzó una puntuación mayor a la de esta persona.</a:t>
            </a:r>
            <a:endParaRPr sz="2000" u="sng" dirty="0">
              <a:latin typeface="Montserrat" panose="00000500000000000000" pitchFamily="2" charset="0"/>
            </a:endParaRPr>
          </a:p>
        </p:txBody>
      </p:sp>
      <p:sp>
        <p:nvSpPr>
          <p:cNvPr id="27" name="TextBox 26">
            <a:extLst>
              <a:ext uri="{FF2B5EF4-FFF2-40B4-BE49-F238E27FC236}">
                <a16:creationId xmlns:a16="http://schemas.microsoft.com/office/drawing/2014/main" id="{B04B5821-34D0-C014-C593-AB03DF4E9BA7}"/>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pic>
        <p:nvPicPr>
          <p:cNvPr id="7" name="Picture 6">
            <a:extLst>
              <a:ext uri="{FF2B5EF4-FFF2-40B4-BE49-F238E27FC236}">
                <a16:creationId xmlns:a16="http://schemas.microsoft.com/office/drawing/2014/main" id="{BA74E73C-E6B3-496B-7034-EE0EF2E74DDB}"/>
              </a:ext>
            </a:extLst>
          </p:cNvPr>
          <p:cNvPicPr>
            <a:picLocks noChangeAspect="1"/>
          </p:cNvPicPr>
          <p:nvPr/>
        </p:nvPicPr>
        <p:blipFill>
          <a:blip r:embed="rId2"/>
          <a:stretch>
            <a:fillRect/>
          </a:stretch>
        </p:blipFill>
        <p:spPr>
          <a:xfrm>
            <a:off x="8747760" y="4395634"/>
            <a:ext cx="3332480" cy="2007588"/>
          </a:xfrm>
          <a:prstGeom prst="rect">
            <a:avLst/>
          </a:prstGeom>
        </p:spPr>
      </p:pic>
    </p:spTree>
    <p:extLst>
      <p:ext uri="{BB962C8B-B14F-4D97-AF65-F5344CB8AC3E}">
        <p14:creationId xmlns:p14="http://schemas.microsoft.com/office/powerpoint/2010/main" val="472845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Percentiles: posición dentro de la distribución</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3400" y="1280160"/>
            <a:ext cx="10698480" cy="707886"/>
          </a:xfrm>
          <a:prstGeom prst="rect">
            <a:avLst/>
          </a:prstGeom>
          <a:noFill/>
        </p:spPr>
        <p:txBody>
          <a:bodyPr wrap="square" anchor="t">
            <a:spAutoFit/>
          </a:bodyPr>
          <a:lstStyle/>
          <a:p>
            <a:pPr algn="just">
              <a:defRPr sz="1800" b="0">
                <a:solidFill>
                  <a:srgbClr val="000000"/>
                </a:solidFill>
                <a:latin typeface="Montserrat"/>
              </a:defRPr>
            </a:pPr>
            <a:r>
              <a:rPr sz="2000" dirty="0"/>
              <a:t>Un </a:t>
            </a:r>
            <a:r>
              <a:rPr sz="2000" dirty="0" err="1"/>
              <a:t>percentil</a:t>
            </a:r>
            <a:r>
              <a:rPr sz="2000" dirty="0"/>
              <a:t> p divide </a:t>
            </a:r>
            <a:r>
              <a:rPr sz="2000" dirty="0" err="1"/>
              <a:t>los</a:t>
            </a:r>
            <a:r>
              <a:rPr sz="2000" dirty="0"/>
              <a:t> </a:t>
            </a:r>
            <a:r>
              <a:rPr sz="2000" dirty="0" err="1"/>
              <a:t>datos</a:t>
            </a:r>
            <a:r>
              <a:rPr sz="2000" dirty="0"/>
              <a:t> de modo </a:t>
            </a:r>
            <a:r>
              <a:rPr sz="2000" dirty="0" err="1"/>
              <a:t>que</a:t>
            </a:r>
            <a:r>
              <a:rPr sz="2000" dirty="0"/>
              <a:t> </a:t>
            </a:r>
            <a:r>
              <a:rPr sz="2000" dirty="0" err="1"/>
              <a:t>aproximadamente</a:t>
            </a:r>
            <a:r>
              <a:rPr sz="2000" dirty="0"/>
              <a:t> p% de las </a:t>
            </a:r>
            <a:r>
              <a:rPr sz="2000" dirty="0" err="1"/>
              <a:t>observaciones</a:t>
            </a:r>
            <a:r>
              <a:rPr sz="2000" dirty="0"/>
              <a:t> </a:t>
            </a:r>
            <a:r>
              <a:rPr sz="2000" dirty="0" err="1"/>
              <a:t>queda</a:t>
            </a:r>
            <a:r>
              <a:rPr sz="2000" dirty="0"/>
              <a:t> </a:t>
            </a:r>
            <a:r>
              <a:rPr sz="2000" dirty="0" err="1"/>
              <a:t>por</a:t>
            </a:r>
            <a:r>
              <a:rPr sz="2000" dirty="0"/>
              <a:t> </a:t>
            </a:r>
            <a:r>
              <a:rPr sz="2000" dirty="0" err="1"/>
              <a:t>debajo</a:t>
            </a:r>
            <a:r>
              <a:rPr sz="2000" dirty="0"/>
              <a:t> y (100−p)% </a:t>
            </a:r>
            <a:r>
              <a:rPr sz="2000" dirty="0" err="1"/>
              <a:t>por</a:t>
            </a:r>
            <a:r>
              <a:rPr sz="2000" dirty="0"/>
              <a:t> </a:t>
            </a:r>
            <a:r>
              <a:rPr sz="2000" dirty="0" err="1"/>
              <a:t>encima</a:t>
            </a:r>
            <a:r>
              <a:rPr sz="2000" dirty="0"/>
              <a:t>.</a:t>
            </a:r>
          </a:p>
        </p:txBody>
      </p:sp>
      <p:sp>
        <p:nvSpPr>
          <p:cNvPr id="10" name="Rounded Rectangle 9"/>
          <p:cNvSpPr/>
          <p:nvPr/>
        </p:nvSpPr>
        <p:spPr>
          <a:xfrm>
            <a:off x="822960" y="2468880"/>
            <a:ext cx="420624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2542032"/>
            <a:ext cx="3840479" cy="228600"/>
          </a:xfrm>
          <a:prstGeom prst="rect">
            <a:avLst/>
          </a:prstGeom>
          <a:noFill/>
        </p:spPr>
        <p:txBody>
          <a:bodyPr wrap="square" anchor="t">
            <a:spAutoFit/>
          </a:bodyPr>
          <a:lstStyle/>
          <a:p>
            <a:pPr algn="l">
              <a:defRPr sz="900" b="1">
                <a:solidFill>
                  <a:srgbClr val="EBA93B"/>
                </a:solidFill>
                <a:latin typeface="Montserrat"/>
              </a:defRPr>
            </a:pPr>
            <a:r>
              <a:t>ÍNDICE DEL PERCENTIL</a:t>
            </a:r>
          </a:p>
        </p:txBody>
      </p:sp>
      <p:sp>
        <p:nvSpPr>
          <p:cNvPr id="12" name="TextBox 11"/>
          <p:cNvSpPr txBox="1"/>
          <p:nvPr/>
        </p:nvSpPr>
        <p:spPr>
          <a:xfrm>
            <a:off x="1005840" y="2816352"/>
            <a:ext cx="3840479" cy="548640"/>
          </a:xfrm>
          <a:prstGeom prst="rect">
            <a:avLst/>
          </a:prstGeom>
          <a:noFill/>
        </p:spPr>
        <p:txBody>
          <a:bodyPr wrap="square" anchor="ctr">
            <a:spAutoFit/>
          </a:bodyPr>
          <a:lstStyle/>
          <a:p>
            <a:pPr algn="ctr">
              <a:defRPr sz="2300" b="1">
                <a:solidFill>
                  <a:srgbClr val="24398A"/>
                </a:solidFill>
                <a:latin typeface="Montserrat"/>
              </a:defRPr>
            </a:pPr>
            <a:r>
              <a:t>i = (p / 100)n</a:t>
            </a:r>
          </a:p>
        </p:txBody>
      </p:sp>
      <p:sp>
        <p:nvSpPr>
          <p:cNvPr id="13" name="TextBox 12"/>
          <p:cNvSpPr txBox="1"/>
          <p:nvPr/>
        </p:nvSpPr>
        <p:spPr>
          <a:xfrm>
            <a:off x="5486400" y="2240280"/>
            <a:ext cx="6126480" cy="1323439"/>
          </a:xfrm>
          <a:prstGeom prst="rect">
            <a:avLst/>
          </a:prstGeom>
          <a:noFill/>
        </p:spPr>
        <p:txBody>
          <a:bodyPr wrap="square">
            <a:spAutoFit/>
          </a:bodyPr>
          <a:lstStyle/>
          <a:p>
            <a:pPr>
              <a:spcAft>
                <a:spcPts val="800"/>
              </a:spcAft>
              <a:defRPr sz="1500">
                <a:solidFill>
                  <a:srgbClr val="000000"/>
                </a:solidFill>
                <a:latin typeface="Montserrat"/>
              </a:defRPr>
            </a:pPr>
            <a:r>
              <a:rPr dirty="0" err="1"/>
              <a:t>Ordenar</a:t>
            </a:r>
            <a:r>
              <a:rPr dirty="0"/>
              <a:t> </a:t>
            </a:r>
            <a:r>
              <a:rPr dirty="0" err="1"/>
              <a:t>los</a:t>
            </a:r>
            <a:r>
              <a:rPr dirty="0"/>
              <a:t> </a:t>
            </a:r>
            <a:r>
              <a:rPr dirty="0" err="1"/>
              <a:t>datos</a:t>
            </a:r>
            <a:r>
              <a:rPr dirty="0"/>
              <a:t> </a:t>
            </a:r>
            <a:r>
              <a:rPr dirty="0" err="1"/>
              <a:t>ascendentemente</a:t>
            </a:r>
            <a:r>
              <a:rPr dirty="0"/>
              <a:t>.</a:t>
            </a:r>
          </a:p>
          <a:p>
            <a:pPr>
              <a:spcAft>
                <a:spcPts val="800"/>
              </a:spcAft>
              <a:defRPr sz="1500">
                <a:solidFill>
                  <a:srgbClr val="000000"/>
                </a:solidFill>
                <a:latin typeface="Montserrat"/>
              </a:defRPr>
            </a:pPr>
            <a:r>
              <a:rPr dirty="0" err="1"/>
              <a:t>Calcular</a:t>
            </a:r>
            <a:r>
              <a:rPr dirty="0"/>
              <a:t> </a:t>
            </a:r>
            <a:r>
              <a:rPr dirty="0" err="1"/>
              <a:t>i</a:t>
            </a:r>
            <a:r>
              <a:rPr dirty="0"/>
              <a:t>.</a:t>
            </a:r>
          </a:p>
          <a:p>
            <a:pPr>
              <a:spcAft>
                <a:spcPts val="800"/>
              </a:spcAft>
              <a:defRPr sz="1500">
                <a:solidFill>
                  <a:srgbClr val="000000"/>
                </a:solidFill>
                <a:latin typeface="Montserrat"/>
              </a:defRPr>
            </a:pPr>
            <a:r>
              <a:rPr dirty="0"/>
              <a:t>Si </a:t>
            </a:r>
            <a:r>
              <a:rPr dirty="0" err="1"/>
              <a:t>i</a:t>
            </a:r>
            <a:r>
              <a:rPr dirty="0"/>
              <a:t> no es </a:t>
            </a:r>
            <a:r>
              <a:rPr dirty="0" err="1"/>
              <a:t>entero</a:t>
            </a:r>
            <a:r>
              <a:rPr dirty="0"/>
              <a:t>, </a:t>
            </a:r>
            <a:r>
              <a:rPr dirty="0" err="1"/>
              <a:t>tomar</a:t>
            </a:r>
            <a:r>
              <a:rPr dirty="0"/>
              <a:t> la </a:t>
            </a:r>
            <a:r>
              <a:rPr dirty="0" err="1"/>
              <a:t>siguiente</a:t>
            </a:r>
            <a:r>
              <a:rPr dirty="0"/>
              <a:t> </a:t>
            </a:r>
            <a:r>
              <a:rPr dirty="0" err="1"/>
              <a:t>posición</a:t>
            </a:r>
            <a:r>
              <a:rPr dirty="0"/>
              <a:t> entera mayor.</a:t>
            </a:r>
          </a:p>
          <a:p>
            <a:pPr>
              <a:spcAft>
                <a:spcPts val="800"/>
              </a:spcAft>
              <a:defRPr sz="1500">
                <a:solidFill>
                  <a:srgbClr val="000000"/>
                </a:solidFill>
                <a:latin typeface="Montserrat"/>
              </a:defRPr>
            </a:pPr>
            <a:r>
              <a:rPr dirty="0"/>
              <a:t>Si </a:t>
            </a:r>
            <a:r>
              <a:rPr dirty="0" err="1"/>
              <a:t>i</a:t>
            </a:r>
            <a:r>
              <a:rPr dirty="0"/>
              <a:t> es </a:t>
            </a:r>
            <a:r>
              <a:rPr dirty="0" err="1"/>
              <a:t>entero</a:t>
            </a:r>
            <a:r>
              <a:rPr dirty="0"/>
              <a:t>, </a:t>
            </a:r>
            <a:r>
              <a:rPr dirty="0" err="1"/>
              <a:t>promediar</a:t>
            </a:r>
            <a:r>
              <a:rPr dirty="0"/>
              <a:t> </a:t>
            </a:r>
            <a:r>
              <a:rPr dirty="0" err="1"/>
              <a:t>los</a:t>
            </a:r>
            <a:r>
              <a:rPr dirty="0"/>
              <a:t> </a:t>
            </a:r>
            <a:r>
              <a:rPr dirty="0" err="1"/>
              <a:t>valores</a:t>
            </a:r>
            <a:r>
              <a:rPr dirty="0"/>
              <a:t> </a:t>
            </a:r>
            <a:r>
              <a:rPr dirty="0" err="1"/>
              <a:t>en</a:t>
            </a:r>
            <a:r>
              <a:rPr dirty="0"/>
              <a:t> </a:t>
            </a:r>
            <a:r>
              <a:rPr dirty="0" err="1"/>
              <a:t>posiciones</a:t>
            </a:r>
            <a:r>
              <a:rPr dirty="0"/>
              <a:t> </a:t>
            </a:r>
            <a:r>
              <a:rPr dirty="0" err="1"/>
              <a:t>i</a:t>
            </a:r>
            <a:r>
              <a:rPr dirty="0"/>
              <a:t> e i+1.</a:t>
            </a:r>
          </a:p>
        </p:txBody>
      </p:sp>
      <p:sp>
        <p:nvSpPr>
          <p:cNvPr id="14" name="Rounded Rectangle 13"/>
          <p:cNvSpPr/>
          <p:nvPr/>
        </p:nvSpPr>
        <p:spPr>
          <a:xfrm>
            <a:off x="1143000" y="4069080"/>
            <a:ext cx="9784080" cy="114300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25880" y="4142232"/>
            <a:ext cx="9418319" cy="228600"/>
          </a:xfrm>
          <a:prstGeom prst="rect">
            <a:avLst/>
          </a:prstGeom>
          <a:noFill/>
        </p:spPr>
        <p:txBody>
          <a:bodyPr wrap="square" anchor="t">
            <a:spAutoFit/>
          </a:bodyPr>
          <a:lstStyle/>
          <a:p>
            <a:pPr algn="l">
              <a:defRPr sz="900" b="1">
                <a:solidFill>
                  <a:srgbClr val="EBA93B"/>
                </a:solidFill>
                <a:latin typeface="Montserrat"/>
              </a:defRPr>
            </a:pPr>
            <a:r>
              <a:t>EJEMPLO DEL CAPÍTULO</a:t>
            </a:r>
          </a:p>
        </p:txBody>
      </p:sp>
      <p:sp>
        <p:nvSpPr>
          <p:cNvPr id="16" name="TextBox 15"/>
          <p:cNvSpPr txBox="1"/>
          <p:nvPr/>
        </p:nvSpPr>
        <p:spPr>
          <a:xfrm>
            <a:off x="1325880" y="4416552"/>
            <a:ext cx="9418319" cy="685800"/>
          </a:xfrm>
          <a:prstGeom prst="rect">
            <a:avLst/>
          </a:prstGeom>
          <a:noFill/>
        </p:spPr>
        <p:txBody>
          <a:bodyPr wrap="square" anchor="ctr">
            <a:spAutoFit/>
          </a:bodyPr>
          <a:lstStyle/>
          <a:p>
            <a:pPr algn="ctr">
              <a:defRPr sz="2000" b="1">
                <a:solidFill>
                  <a:srgbClr val="24398A"/>
                </a:solidFill>
                <a:latin typeface="Montserrat"/>
              </a:defRPr>
            </a:pPr>
            <a:r>
              <a:t>P85: i = (85/100)(12) = 10.2 → posición 11 → $3 730</a:t>
            </a:r>
          </a:p>
        </p:txBody>
      </p:sp>
      <p:sp>
        <p:nvSpPr>
          <p:cNvPr id="17" name="TextBox 16"/>
          <p:cNvSpPr txBox="1"/>
          <p:nvPr/>
        </p:nvSpPr>
        <p:spPr>
          <a:xfrm>
            <a:off x="1097280" y="5440680"/>
            <a:ext cx="9875520" cy="502920"/>
          </a:xfrm>
          <a:prstGeom prst="rect">
            <a:avLst/>
          </a:prstGeom>
          <a:noFill/>
        </p:spPr>
        <p:txBody>
          <a:bodyPr wrap="square" anchor="t">
            <a:spAutoFit/>
          </a:bodyPr>
          <a:lstStyle/>
          <a:p>
            <a:pPr algn="ctr">
              <a:defRPr sz="1500" b="0">
                <a:solidFill>
                  <a:srgbClr val="5A5F69"/>
                </a:solidFill>
                <a:latin typeface="Montserrat"/>
              </a:defRPr>
            </a:pPr>
            <a:r>
              <a:t>Ejemplo de interpretación: percentil 70 ≈ 70% obtuvo una puntuación menor y ≈30% una mayor.</a:t>
            </a:r>
          </a:p>
        </p:txBody>
      </p:sp>
      <p:sp>
        <p:nvSpPr>
          <p:cNvPr id="19" name="TextBox 18">
            <a:extLst>
              <a:ext uri="{FF2B5EF4-FFF2-40B4-BE49-F238E27FC236}">
                <a16:creationId xmlns:a16="http://schemas.microsoft.com/office/drawing/2014/main" id="{63DFAC2F-0029-8751-C719-AB0923C087AE}"/>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21" name="TextBox 20">
            <a:extLst>
              <a:ext uri="{FF2B5EF4-FFF2-40B4-BE49-F238E27FC236}">
                <a16:creationId xmlns:a16="http://schemas.microsoft.com/office/drawing/2014/main" id="{A7CD91DA-DEC5-6E25-FAB2-86D7F518AA49}"/>
              </a:ext>
            </a:extLst>
          </p:cNvPr>
          <p:cNvSpPr txBox="1"/>
          <p:nvPr/>
        </p:nvSpPr>
        <p:spPr>
          <a:xfrm>
            <a:off x="502920" y="80695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PERCENTÍLES</a:t>
            </a:r>
            <a:endParaRP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Cuartiles: dividir los datos en cuatro partes</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2433320"/>
            <a:ext cx="9784080" cy="109728"/>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24428" y="2259584"/>
            <a:ext cx="347472" cy="347472"/>
          </a:xfrm>
          <a:prstGeom prst="ellipse">
            <a:avLst/>
          </a:prstGeom>
          <a:solidFill>
            <a:srgbClr val="E1B73D"/>
          </a:solidFill>
          <a:ln>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23260" y="2753360"/>
            <a:ext cx="640080" cy="274320"/>
          </a:xfrm>
          <a:prstGeom prst="rect">
            <a:avLst/>
          </a:prstGeom>
          <a:noFill/>
        </p:spPr>
        <p:txBody>
          <a:bodyPr wrap="square" anchor="t">
            <a:spAutoFit/>
          </a:bodyPr>
          <a:lstStyle/>
          <a:p>
            <a:pPr algn="ctr">
              <a:defRPr sz="1800" b="1">
                <a:solidFill>
                  <a:srgbClr val="24398A"/>
                </a:solidFill>
                <a:latin typeface="Montserrat"/>
              </a:defRPr>
            </a:pPr>
            <a:r>
              <a:t>Q1</a:t>
            </a:r>
          </a:p>
        </p:txBody>
      </p:sp>
      <p:sp>
        <p:nvSpPr>
          <p:cNvPr id="12" name="TextBox 11"/>
          <p:cNvSpPr txBox="1"/>
          <p:nvPr/>
        </p:nvSpPr>
        <p:spPr>
          <a:xfrm>
            <a:off x="2857500" y="3119120"/>
            <a:ext cx="1371600" cy="320040"/>
          </a:xfrm>
          <a:prstGeom prst="rect">
            <a:avLst/>
          </a:prstGeom>
          <a:noFill/>
        </p:spPr>
        <p:txBody>
          <a:bodyPr wrap="square" anchor="t">
            <a:spAutoFit/>
          </a:bodyPr>
          <a:lstStyle/>
          <a:p>
            <a:pPr algn="ctr">
              <a:defRPr sz="1200" b="0">
                <a:solidFill>
                  <a:srgbClr val="5A5F69"/>
                </a:solidFill>
                <a:latin typeface="Montserrat"/>
              </a:defRPr>
            </a:pPr>
            <a:r>
              <a:t>P25</a:t>
            </a:r>
          </a:p>
        </p:txBody>
      </p:sp>
      <p:sp>
        <p:nvSpPr>
          <p:cNvPr id="13" name="Oval 12"/>
          <p:cNvSpPr/>
          <p:nvPr/>
        </p:nvSpPr>
        <p:spPr>
          <a:xfrm>
            <a:off x="5870448" y="2259584"/>
            <a:ext cx="347472" cy="347472"/>
          </a:xfrm>
          <a:prstGeom prst="ellipse">
            <a:avLst/>
          </a:prstGeom>
          <a:solidFill>
            <a:srgbClr val="E1B73D"/>
          </a:solidFill>
          <a:ln>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753360"/>
            <a:ext cx="640080" cy="274320"/>
          </a:xfrm>
          <a:prstGeom prst="rect">
            <a:avLst/>
          </a:prstGeom>
          <a:noFill/>
        </p:spPr>
        <p:txBody>
          <a:bodyPr wrap="square" anchor="t">
            <a:spAutoFit/>
          </a:bodyPr>
          <a:lstStyle/>
          <a:p>
            <a:pPr algn="ctr">
              <a:defRPr sz="1800" b="1">
                <a:solidFill>
                  <a:srgbClr val="24398A"/>
                </a:solidFill>
                <a:latin typeface="Montserrat"/>
              </a:defRPr>
            </a:pPr>
            <a:r>
              <a:t>Q2</a:t>
            </a:r>
          </a:p>
        </p:txBody>
      </p:sp>
      <p:sp>
        <p:nvSpPr>
          <p:cNvPr id="15" name="TextBox 14"/>
          <p:cNvSpPr txBox="1"/>
          <p:nvPr/>
        </p:nvSpPr>
        <p:spPr>
          <a:xfrm>
            <a:off x="5303520" y="3119120"/>
            <a:ext cx="1371600" cy="320040"/>
          </a:xfrm>
          <a:prstGeom prst="rect">
            <a:avLst/>
          </a:prstGeom>
          <a:noFill/>
        </p:spPr>
        <p:txBody>
          <a:bodyPr wrap="square" anchor="t">
            <a:spAutoFit/>
          </a:bodyPr>
          <a:lstStyle/>
          <a:p>
            <a:pPr algn="ctr">
              <a:defRPr sz="1200" b="0">
                <a:solidFill>
                  <a:srgbClr val="5A5F69"/>
                </a:solidFill>
                <a:latin typeface="Montserrat"/>
              </a:defRPr>
            </a:pPr>
            <a:r>
              <a:t>P50 = Mediana</a:t>
            </a:r>
          </a:p>
        </p:txBody>
      </p:sp>
      <p:sp>
        <p:nvSpPr>
          <p:cNvPr id="16" name="Oval 15"/>
          <p:cNvSpPr/>
          <p:nvPr/>
        </p:nvSpPr>
        <p:spPr>
          <a:xfrm>
            <a:off x="8316467" y="2259584"/>
            <a:ext cx="347472" cy="347472"/>
          </a:xfrm>
          <a:prstGeom prst="ellipse">
            <a:avLst/>
          </a:prstGeom>
          <a:solidFill>
            <a:srgbClr val="E1B73D"/>
          </a:solidFill>
          <a:ln>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15299" y="2753360"/>
            <a:ext cx="640080" cy="274320"/>
          </a:xfrm>
          <a:prstGeom prst="rect">
            <a:avLst/>
          </a:prstGeom>
          <a:noFill/>
        </p:spPr>
        <p:txBody>
          <a:bodyPr wrap="square" anchor="t">
            <a:spAutoFit/>
          </a:bodyPr>
          <a:lstStyle/>
          <a:p>
            <a:pPr algn="ctr">
              <a:defRPr sz="1800" b="1">
                <a:solidFill>
                  <a:srgbClr val="24398A"/>
                </a:solidFill>
                <a:latin typeface="Montserrat"/>
              </a:defRPr>
            </a:pPr>
            <a:r>
              <a:t>Q3</a:t>
            </a:r>
          </a:p>
        </p:txBody>
      </p:sp>
      <p:sp>
        <p:nvSpPr>
          <p:cNvPr id="18" name="TextBox 17"/>
          <p:cNvSpPr txBox="1"/>
          <p:nvPr/>
        </p:nvSpPr>
        <p:spPr>
          <a:xfrm>
            <a:off x="7749539" y="3119120"/>
            <a:ext cx="1371600" cy="320040"/>
          </a:xfrm>
          <a:prstGeom prst="rect">
            <a:avLst/>
          </a:prstGeom>
          <a:noFill/>
        </p:spPr>
        <p:txBody>
          <a:bodyPr wrap="square" anchor="t">
            <a:spAutoFit/>
          </a:bodyPr>
          <a:lstStyle/>
          <a:p>
            <a:pPr algn="ctr">
              <a:defRPr sz="1200" b="0">
                <a:solidFill>
                  <a:srgbClr val="5A5F69"/>
                </a:solidFill>
                <a:latin typeface="Montserrat"/>
              </a:defRPr>
            </a:pPr>
            <a:r>
              <a:t>P75</a:t>
            </a:r>
          </a:p>
        </p:txBody>
      </p:sp>
      <p:sp>
        <p:nvSpPr>
          <p:cNvPr id="19" name="TextBox 18"/>
          <p:cNvSpPr txBox="1"/>
          <p:nvPr/>
        </p:nvSpPr>
        <p:spPr>
          <a:xfrm>
            <a:off x="822959" y="1838960"/>
            <a:ext cx="548640" cy="274320"/>
          </a:xfrm>
          <a:prstGeom prst="rect">
            <a:avLst/>
          </a:prstGeom>
          <a:noFill/>
        </p:spPr>
        <p:txBody>
          <a:bodyPr wrap="square" anchor="t">
            <a:spAutoFit/>
          </a:bodyPr>
          <a:lstStyle/>
          <a:p>
            <a:pPr algn="ctr">
              <a:defRPr sz="1000" b="0">
                <a:solidFill>
                  <a:srgbClr val="5A5F69"/>
                </a:solidFill>
                <a:latin typeface="Montserrat"/>
              </a:defRPr>
            </a:pPr>
            <a:r>
              <a:rPr dirty="0"/>
              <a:t>0%</a:t>
            </a:r>
          </a:p>
        </p:txBody>
      </p:sp>
      <p:sp>
        <p:nvSpPr>
          <p:cNvPr id="20" name="TextBox 19"/>
          <p:cNvSpPr txBox="1"/>
          <p:nvPr/>
        </p:nvSpPr>
        <p:spPr>
          <a:xfrm>
            <a:off x="3268980" y="1838960"/>
            <a:ext cx="548640" cy="274320"/>
          </a:xfrm>
          <a:prstGeom prst="rect">
            <a:avLst/>
          </a:prstGeom>
          <a:noFill/>
        </p:spPr>
        <p:txBody>
          <a:bodyPr wrap="square" anchor="t">
            <a:spAutoFit/>
          </a:bodyPr>
          <a:lstStyle/>
          <a:p>
            <a:pPr algn="ctr">
              <a:defRPr sz="1000" b="0">
                <a:solidFill>
                  <a:srgbClr val="5A5F69"/>
                </a:solidFill>
                <a:latin typeface="Montserrat"/>
              </a:defRPr>
            </a:pPr>
            <a:r>
              <a:t>25%</a:t>
            </a:r>
          </a:p>
        </p:txBody>
      </p:sp>
      <p:sp>
        <p:nvSpPr>
          <p:cNvPr id="21" name="TextBox 20"/>
          <p:cNvSpPr txBox="1"/>
          <p:nvPr/>
        </p:nvSpPr>
        <p:spPr>
          <a:xfrm>
            <a:off x="5715000" y="1838960"/>
            <a:ext cx="548640" cy="274320"/>
          </a:xfrm>
          <a:prstGeom prst="rect">
            <a:avLst/>
          </a:prstGeom>
          <a:noFill/>
        </p:spPr>
        <p:txBody>
          <a:bodyPr wrap="square" anchor="t">
            <a:spAutoFit/>
          </a:bodyPr>
          <a:lstStyle/>
          <a:p>
            <a:pPr algn="ctr">
              <a:defRPr sz="1000" b="0">
                <a:solidFill>
                  <a:srgbClr val="5A5F69"/>
                </a:solidFill>
                <a:latin typeface="Montserrat"/>
              </a:defRPr>
            </a:pPr>
            <a:r>
              <a:t>50%</a:t>
            </a:r>
          </a:p>
        </p:txBody>
      </p:sp>
      <p:sp>
        <p:nvSpPr>
          <p:cNvPr id="22" name="TextBox 21"/>
          <p:cNvSpPr txBox="1"/>
          <p:nvPr/>
        </p:nvSpPr>
        <p:spPr>
          <a:xfrm>
            <a:off x="8161019" y="1838960"/>
            <a:ext cx="548640" cy="274320"/>
          </a:xfrm>
          <a:prstGeom prst="rect">
            <a:avLst/>
          </a:prstGeom>
          <a:noFill/>
        </p:spPr>
        <p:txBody>
          <a:bodyPr wrap="square" anchor="t">
            <a:spAutoFit/>
          </a:bodyPr>
          <a:lstStyle/>
          <a:p>
            <a:pPr algn="ctr">
              <a:defRPr sz="1000" b="0">
                <a:solidFill>
                  <a:srgbClr val="5A5F69"/>
                </a:solidFill>
                <a:latin typeface="Montserrat"/>
              </a:defRPr>
            </a:pPr>
            <a:r>
              <a:t>75%</a:t>
            </a:r>
          </a:p>
        </p:txBody>
      </p:sp>
      <p:sp>
        <p:nvSpPr>
          <p:cNvPr id="23" name="TextBox 22"/>
          <p:cNvSpPr txBox="1"/>
          <p:nvPr/>
        </p:nvSpPr>
        <p:spPr>
          <a:xfrm>
            <a:off x="10607039" y="1838960"/>
            <a:ext cx="548640" cy="274320"/>
          </a:xfrm>
          <a:prstGeom prst="rect">
            <a:avLst/>
          </a:prstGeom>
          <a:noFill/>
        </p:spPr>
        <p:txBody>
          <a:bodyPr wrap="square" anchor="t">
            <a:spAutoFit/>
          </a:bodyPr>
          <a:lstStyle/>
          <a:p>
            <a:pPr algn="ctr">
              <a:defRPr sz="1000" b="0">
                <a:solidFill>
                  <a:srgbClr val="5A5F69"/>
                </a:solidFill>
                <a:latin typeface="Montserrat"/>
              </a:defRPr>
            </a:pPr>
            <a:r>
              <a:t>100%</a:t>
            </a:r>
          </a:p>
        </p:txBody>
      </p:sp>
      <p:sp>
        <p:nvSpPr>
          <p:cNvPr id="24" name="TextBox 23"/>
          <p:cNvSpPr txBox="1"/>
          <p:nvPr/>
        </p:nvSpPr>
        <p:spPr>
          <a:xfrm>
            <a:off x="914400" y="3713480"/>
            <a:ext cx="10424160" cy="502920"/>
          </a:xfrm>
          <a:prstGeom prst="rect">
            <a:avLst/>
          </a:prstGeom>
          <a:noFill/>
        </p:spPr>
        <p:txBody>
          <a:bodyPr wrap="square" anchor="t">
            <a:spAutoFit/>
          </a:bodyPr>
          <a:lstStyle/>
          <a:p>
            <a:pPr algn="ctr">
              <a:defRPr sz="1800" b="1">
                <a:solidFill>
                  <a:srgbClr val="000000"/>
                </a:solidFill>
                <a:latin typeface="Montserrat"/>
              </a:defRPr>
            </a:pPr>
            <a:r>
              <a:t>Q1 = percentil 25 • Q2 = percentil 50 (mediana) • Q3 = percentil 75</a:t>
            </a:r>
          </a:p>
        </p:txBody>
      </p:sp>
      <p:sp>
        <p:nvSpPr>
          <p:cNvPr id="25" name="Rounded Rectangle 24"/>
          <p:cNvSpPr/>
          <p:nvPr/>
        </p:nvSpPr>
        <p:spPr>
          <a:xfrm>
            <a:off x="1143000" y="4627880"/>
            <a:ext cx="987552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25880" y="4701032"/>
            <a:ext cx="9509760" cy="228600"/>
          </a:xfrm>
          <a:prstGeom prst="rect">
            <a:avLst/>
          </a:prstGeom>
          <a:noFill/>
        </p:spPr>
        <p:txBody>
          <a:bodyPr wrap="square" anchor="t">
            <a:spAutoFit/>
          </a:bodyPr>
          <a:lstStyle/>
          <a:p>
            <a:pPr algn="l">
              <a:defRPr sz="900" b="1">
                <a:solidFill>
                  <a:srgbClr val="EBA93B"/>
                </a:solidFill>
                <a:latin typeface="Montserrat"/>
              </a:defRPr>
            </a:pPr>
            <a:r>
              <a:t>SUELDOS INICIALES</a:t>
            </a:r>
          </a:p>
        </p:txBody>
      </p:sp>
      <p:sp>
        <p:nvSpPr>
          <p:cNvPr id="27" name="TextBox 26"/>
          <p:cNvSpPr txBox="1"/>
          <p:nvPr/>
        </p:nvSpPr>
        <p:spPr>
          <a:xfrm>
            <a:off x="1325880" y="4975352"/>
            <a:ext cx="9509760" cy="548640"/>
          </a:xfrm>
          <a:prstGeom prst="rect">
            <a:avLst/>
          </a:prstGeom>
          <a:noFill/>
        </p:spPr>
        <p:txBody>
          <a:bodyPr wrap="square" anchor="ctr">
            <a:spAutoFit/>
          </a:bodyPr>
          <a:lstStyle/>
          <a:p>
            <a:pPr algn="ctr">
              <a:defRPr sz="2000" b="1">
                <a:solidFill>
                  <a:srgbClr val="24398A"/>
                </a:solidFill>
                <a:latin typeface="Montserrat"/>
              </a:defRPr>
            </a:pPr>
            <a:r>
              <a:t>Ejemplo: Q1 = $3 465   |   Q2 = $3 505   |   Q3 = $3 600</a:t>
            </a:r>
          </a:p>
        </p:txBody>
      </p:sp>
      <p:sp>
        <p:nvSpPr>
          <p:cNvPr id="28" name="TextBox 27"/>
          <p:cNvSpPr txBox="1"/>
          <p:nvPr/>
        </p:nvSpPr>
        <p:spPr>
          <a:xfrm>
            <a:off x="1097280" y="5999480"/>
            <a:ext cx="9966960" cy="411480"/>
          </a:xfrm>
          <a:prstGeom prst="rect">
            <a:avLst/>
          </a:prstGeom>
          <a:noFill/>
        </p:spPr>
        <p:txBody>
          <a:bodyPr wrap="square" anchor="t">
            <a:spAutoFit/>
          </a:bodyPr>
          <a:lstStyle/>
          <a:p>
            <a:pPr algn="ctr">
              <a:defRPr sz="1300" b="0">
                <a:solidFill>
                  <a:srgbClr val="5A5F69"/>
                </a:solidFill>
                <a:latin typeface="Montserrat"/>
              </a:defRPr>
            </a:pPr>
            <a:r>
              <a:t>Nota: pueden existir pequeñas diferencias según la convención usada para calcular cuartiles.</a:t>
            </a:r>
          </a:p>
        </p:txBody>
      </p:sp>
      <p:sp>
        <p:nvSpPr>
          <p:cNvPr id="30" name="TextBox 29">
            <a:extLst>
              <a:ext uri="{FF2B5EF4-FFF2-40B4-BE49-F238E27FC236}">
                <a16:creationId xmlns:a16="http://schemas.microsoft.com/office/drawing/2014/main" id="{96D84B54-0226-E6FA-7A46-A92EA0E580BA}"/>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32" name="TextBox 31">
            <a:extLst>
              <a:ext uri="{FF2B5EF4-FFF2-40B4-BE49-F238E27FC236}">
                <a16:creationId xmlns:a16="http://schemas.microsoft.com/office/drawing/2014/main" id="{49FA242B-1BB9-A2DC-7D38-B7E2BB8FBB1E}"/>
              </a:ext>
            </a:extLst>
          </p:cNvPr>
          <p:cNvSpPr txBox="1"/>
          <p:nvPr/>
        </p:nvSpPr>
        <p:spPr>
          <a:xfrm>
            <a:off x="502920" y="59359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CUARTÍLES</a:t>
            </a:r>
            <a:endParaRPr sz="2000" dirty="0"/>
          </a:p>
        </p:txBody>
      </p:sp>
      <p:sp>
        <p:nvSpPr>
          <p:cNvPr id="34" name="TextBox 33">
            <a:extLst>
              <a:ext uri="{FF2B5EF4-FFF2-40B4-BE49-F238E27FC236}">
                <a16:creationId xmlns:a16="http://schemas.microsoft.com/office/drawing/2014/main" id="{9CCB4987-0F4F-2961-E206-28BEBD9AE512}"/>
              </a:ext>
            </a:extLst>
          </p:cNvPr>
          <p:cNvSpPr txBox="1"/>
          <p:nvPr/>
        </p:nvSpPr>
        <p:spPr>
          <a:xfrm>
            <a:off x="533400" y="954024"/>
            <a:ext cx="11079480" cy="707886"/>
          </a:xfrm>
          <a:prstGeom prst="rect">
            <a:avLst/>
          </a:prstGeom>
          <a:noFill/>
        </p:spPr>
        <p:txBody>
          <a:bodyPr wrap="square" anchor="t">
            <a:spAutoFit/>
          </a:bodyPr>
          <a:lstStyle/>
          <a:p>
            <a:pPr algn="just"/>
            <a:r>
              <a:rPr lang="es-MX" sz="2000" dirty="0">
                <a:latin typeface="Montserrat" panose="00000500000000000000" pitchFamily="2" charset="0"/>
              </a:rPr>
              <a:t>A menudo es recomendable dividir los datos en cuatro partes, cada una de las cuales contiene aproximadamente un cuarto, o 25% de las observaciones.</a:t>
            </a:r>
            <a:endParaRPr sz="2000" dirty="0">
              <a:latin typeface="Montserrat" panose="00000500000000000000"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3399" y="828040"/>
            <a:ext cx="2606346" cy="369332"/>
          </a:xfrm>
          <a:prstGeom prst="rect">
            <a:avLst/>
          </a:prstGeom>
          <a:noFill/>
        </p:spPr>
        <p:txBody>
          <a:bodyPr wrap="square" anchor="t">
            <a:spAutoFit/>
          </a:bodyPr>
          <a:lstStyle/>
          <a:p>
            <a:pPr algn="l">
              <a:defRPr sz="1800" b="1">
                <a:solidFill>
                  <a:srgbClr val="24398A"/>
                </a:solidFill>
                <a:latin typeface="Montserrat"/>
              </a:defRPr>
            </a:pPr>
            <a:r>
              <a:rPr lang="es-MX" dirty="0"/>
              <a:t>Ejercicio </a:t>
            </a:r>
            <a:r>
              <a:rPr lang="es-MX" dirty="0" err="1"/>
              <a:t>StartSalary</a:t>
            </a:r>
            <a:endParaRPr dirty="0"/>
          </a:p>
        </p:txBody>
      </p:sp>
      <p:sp>
        <p:nvSpPr>
          <p:cNvPr id="10" name="TextBox 9"/>
          <p:cNvSpPr txBox="1"/>
          <p:nvPr/>
        </p:nvSpPr>
        <p:spPr>
          <a:xfrm>
            <a:off x="1000760" y="5498946"/>
            <a:ext cx="10195560" cy="400110"/>
          </a:xfrm>
          <a:prstGeom prst="rect">
            <a:avLst/>
          </a:prstGeom>
          <a:noFill/>
        </p:spPr>
        <p:txBody>
          <a:bodyPr wrap="square">
            <a:spAutoFit/>
          </a:bodyPr>
          <a:lstStyle/>
          <a:p>
            <a:pPr algn="just">
              <a:spcAft>
                <a:spcPts val="800"/>
              </a:spcAft>
              <a:defRPr sz="1700">
                <a:solidFill>
                  <a:srgbClr val="000000"/>
                </a:solidFill>
                <a:latin typeface="Montserrat"/>
              </a:defRPr>
            </a:pPr>
            <a:r>
              <a:rPr lang="es-MX" sz="2000" dirty="0"/>
              <a:t>Obtener Media, Mediana, Moda, Percentíles y Cuartíles.</a:t>
            </a:r>
            <a:endParaRPr sz="2000" dirty="0"/>
          </a:p>
        </p:txBody>
      </p:sp>
      <p:sp>
        <p:nvSpPr>
          <p:cNvPr id="22" name="TextBox 21">
            <a:extLst>
              <a:ext uri="{FF2B5EF4-FFF2-40B4-BE49-F238E27FC236}">
                <a16:creationId xmlns:a16="http://schemas.microsoft.com/office/drawing/2014/main" id="{6522C68A-0062-0B41-6CF3-408D9BECED9E}"/>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pic>
        <p:nvPicPr>
          <p:cNvPr id="26" name="Picture 25">
            <a:extLst>
              <a:ext uri="{FF2B5EF4-FFF2-40B4-BE49-F238E27FC236}">
                <a16:creationId xmlns:a16="http://schemas.microsoft.com/office/drawing/2014/main" id="{FEE27764-1D2D-879C-A737-543A3DDD2129}"/>
              </a:ext>
            </a:extLst>
          </p:cNvPr>
          <p:cNvPicPr>
            <a:picLocks noChangeAspect="1"/>
          </p:cNvPicPr>
          <p:nvPr/>
        </p:nvPicPr>
        <p:blipFill>
          <a:blip r:embed="rId2"/>
          <a:stretch>
            <a:fillRect/>
          </a:stretch>
        </p:blipFill>
        <p:spPr>
          <a:xfrm>
            <a:off x="1240678" y="1569582"/>
            <a:ext cx="9710338" cy="35434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005840"/>
            <a:ext cx="1280160" cy="640080"/>
          </a:xfrm>
          <a:prstGeom prst="rect">
            <a:avLst/>
          </a:prstGeom>
          <a:noFill/>
        </p:spPr>
        <p:txBody>
          <a:bodyPr wrap="square" anchor="t">
            <a:spAutoFit/>
          </a:bodyPr>
          <a:lstStyle/>
          <a:p>
            <a:pPr algn="l">
              <a:defRPr sz="2400" b="1">
                <a:solidFill>
                  <a:srgbClr val="E1B73D"/>
                </a:solidFill>
                <a:latin typeface="Montserrat"/>
              </a:defRPr>
            </a:pPr>
            <a:r>
              <a:t>3.2</a:t>
            </a:r>
          </a:p>
        </p:txBody>
      </p:sp>
      <p:sp>
        <p:nvSpPr>
          <p:cNvPr id="5" name="TextBox 4"/>
          <p:cNvSpPr txBox="1"/>
          <p:nvPr/>
        </p:nvSpPr>
        <p:spPr>
          <a:xfrm>
            <a:off x="685800" y="1828800"/>
            <a:ext cx="10607040" cy="1005840"/>
          </a:xfrm>
          <a:prstGeom prst="rect">
            <a:avLst/>
          </a:prstGeom>
          <a:noFill/>
        </p:spPr>
        <p:txBody>
          <a:bodyPr wrap="square" anchor="t">
            <a:spAutoFit/>
          </a:bodyPr>
          <a:lstStyle/>
          <a:p>
            <a:pPr algn="l">
              <a:defRPr sz="3800" b="1">
                <a:solidFill>
                  <a:srgbClr val="FFFFFF"/>
                </a:solidFill>
                <a:latin typeface="Montserrat"/>
              </a:defRPr>
            </a:pPr>
            <a:r>
              <a:t>Medidas de variabilidad</a:t>
            </a:r>
          </a:p>
        </p:txBody>
      </p:sp>
      <p:sp>
        <p:nvSpPr>
          <p:cNvPr id="6" name="TextBox 5"/>
          <p:cNvSpPr txBox="1"/>
          <p:nvPr/>
        </p:nvSpPr>
        <p:spPr>
          <a:xfrm>
            <a:off x="713232" y="2971800"/>
            <a:ext cx="9875520" cy="1188720"/>
          </a:xfrm>
          <a:prstGeom prst="rect">
            <a:avLst/>
          </a:prstGeom>
          <a:noFill/>
        </p:spPr>
        <p:txBody>
          <a:bodyPr wrap="square" anchor="t">
            <a:spAutoFit/>
          </a:bodyPr>
          <a:lstStyle/>
          <a:p>
            <a:pPr algn="l">
              <a:defRPr sz="2000" b="0">
                <a:solidFill>
                  <a:srgbClr val="E1E6F5"/>
                </a:solidFill>
                <a:latin typeface="Montserrat"/>
              </a:defRPr>
            </a:pPr>
            <a:r>
              <a:rPr dirty="0" err="1"/>
              <a:t>Miden</a:t>
            </a:r>
            <a:r>
              <a:rPr dirty="0"/>
              <a:t> </a:t>
            </a:r>
            <a:r>
              <a:rPr dirty="0" err="1"/>
              <a:t>cuánto</a:t>
            </a:r>
            <a:r>
              <a:rPr dirty="0"/>
              <a:t> se </a:t>
            </a:r>
            <a:r>
              <a:rPr dirty="0" err="1"/>
              <a:t>dispersan</a:t>
            </a:r>
            <a:r>
              <a:rPr dirty="0"/>
              <a:t> </a:t>
            </a:r>
            <a:r>
              <a:rPr dirty="0" err="1"/>
              <a:t>los</a:t>
            </a:r>
            <a:r>
              <a:rPr dirty="0"/>
              <a:t> </a:t>
            </a:r>
            <a:r>
              <a:rPr dirty="0" err="1"/>
              <a:t>datos</a:t>
            </a:r>
            <a:r>
              <a:rPr dirty="0"/>
              <a:t>: </a:t>
            </a:r>
            <a:r>
              <a:rPr dirty="0" err="1"/>
              <a:t>rango</a:t>
            </a:r>
            <a:r>
              <a:rPr dirty="0"/>
              <a:t>, </a:t>
            </a:r>
            <a:r>
              <a:rPr dirty="0" err="1"/>
              <a:t>rango</a:t>
            </a:r>
            <a:r>
              <a:rPr dirty="0"/>
              <a:t> </a:t>
            </a:r>
            <a:r>
              <a:rPr dirty="0" err="1"/>
              <a:t>intercuartílico</a:t>
            </a:r>
            <a:r>
              <a:rPr dirty="0"/>
              <a:t>, </a:t>
            </a:r>
            <a:r>
              <a:rPr dirty="0" err="1"/>
              <a:t>varianza</a:t>
            </a:r>
            <a:r>
              <a:rPr dirty="0"/>
              <a:t>, </a:t>
            </a:r>
            <a:r>
              <a:rPr dirty="0" err="1"/>
              <a:t>desviación</a:t>
            </a:r>
            <a:r>
              <a:rPr dirty="0"/>
              <a:t> </a:t>
            </a:r>
            <a:r>
              <a:rPr dirty="0" err="1"/>
              <a:t>estándar</a:t>
            </a:r>
            <a:r>
              <a:rPr dirty="0"/>
              <a:t> y </a:t>
            </a:r>
            <a:r>
              <a:rPr dirty="0" err="1"/>
              <a:t>coeficiente</a:t>
            </a:r>
            <a:r>
              <a:rPr dirty="0"/>
              <a:t> de </a:t>
            </a:r>
            <a:r>
              <a:rPr dirty="0" err="1"/>
              <a:t>variación</a:t>
            </a:r>
            <a:r>
              <a:rPr dirty="0"/>
              <a:t>.</a:t>
            </a:r>
          </a:p>
        </p:txBody>
      </p:sp>
      <p:sp>
        <p:nvSpPr>
          <p:cNvPr id="7" name="Oval 6"/>
          <p:cNvSpPr/>
          <p:nvPr/>
        </p:nvSpPr>
        <p:spPr>
          <a:xfrm>
            <a:off x="9052560" y="5394960"/>
            <a:ext cx="292608" cy="292608"/>
          </a:xfrm>
          <a:prstGeom prst="ellipse">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55480" y="5394960"/>
            <a:ext cx="292608" cy="292608"/>
          </a:xfrm>
          <a:prstGeom prst="ellipse">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5394960"/>
            <a:ext cx="292608" cy="292608"/>
          </a:xfrm>
          <a:prstGeom prst="ellipse">
            <a:avLst/>
          </a:prstGeom>
          <a:solidFill>
            <a:srgbClr val="D54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61320" y="5394960"/>
            <a:ext cx="292608" cy="292608"/>
          </a:xfrm>
          <a:prstGeom prst="ellipse">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7AB5A-DEA9-C6DA-E825-FE3629239EB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EC2EF9-63B6-EA00-6E5F-52FA2445AA5E}"/>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894BB0B-F21E-9F49-8072-9BE7802ADC8E}"/>
              </a:ext>
            </a:extLst>
          </p:cNvPr>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3.1</a:t>
            </a:r>
          </a:p>
        </p:txBody>
      </p:sp>
      <p:sp>
        <p:nvSpPr>
          <p:cNvPr id="5" name="TextBox 4">
            <a:extLst>
              <a:ext uri="{FF2B5EF4-FFF2-40B4-BE49-F238E27FC236}">
                <a16:creationId xmlns:a16="http://schemas.microsoft.com/office/drawing/2014/main" id="{5DD47CB8-0693-4C35-569F-68407673F975}"/>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 ubicación central</a:t>
            </a:r>
          </a:p>
        </p:txBody>
      </p:sp>
      <p:sp>
        <p:nvSpPr>
          <p:cNvPr id="6" name="Rectangle 5">
            <a:extLst>
              <a:ext uri="{FF2B5EF4-FFF2-40B4-BE49-F238E27FC236}">
                <a16:creationId xmlns:a16="http://schemas.microsoft.com/office/drawing/2014/main" id="{8103EDBE-47E0-4A18-5E8D-F6881153C6AF}"/>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E1DDAA9-D2F0-D95A-0AB1-49E13C3F5816}"/>
              </a:ext>
            </a:extLst>
          </p:cNvPr>
          <p:cNvSpPr txBox="1"/>
          <p:nvPr/>
        </p:nvSpPr>
        <p:spPr>
          <a:xfrm>
            <a:off x="502920" y="806958"/>
            <a:ext cx="4069080" cy="400110"/>
          </a:xfrm>
          <a:prstGeom prst="rect">
            <a:avLst/>
          </a:prstGeom>
          <a:noFill/>
        </p:spPr>
        <p:txBody>
          <a:bodyPr wrap="square" anchor="t">
            <a:spAutoFit/>
          </a:bodyPr>
          <a:lstStyle/>
          <a:p>
            <a:pPr algn="l">
              <a:defRPr sz="1700" b="1">
                <a:solidFill>
                  <a:srgbClr val="24398A"/>
                </a:solidFill>
                <a:latin typeface="Montserrat"/>
              </a:defRPr>
            </a:pPr>
            <a:r>
              <a:rPr lang="es-MX" sz="2000" dirty="0"/>
              <a:t>MEDIDAS DE VARIABILIDAD</a:t>
            </a:r>
            <a:endParaRPr sz="2000" dirty="0"/>
          </a:p>
        </p:txBody>
      </p:sp>
      <p:sp>
        <p:nvSpPr>
          <p:cNvPr id="16" name="TextBox 15">
            <a:extLst>
              <a:ext uri="{FF2B5EF4-FFF2-40B4-BE49-F238E27FC236}">
                <a16:creationId xmlns:a16="http://schemas.microsoft.com/office/drawing/2014/main" id="{00710A0D-5584-E72C-69B9-FE5F0A2DDC82}"/>
              </a:ext>
            </a:extLst>
          </p:cNvPr>
          <p:cNvSpPr txBox="1"/>
          <p:nvPr/>
        </p:nvSpPr>
        <p:spPr>
          <a:xfrm>
            <a:off x="533400" y="1451864"/>
            <a:ext cx="8143240" cy="2862322"/>
          </a:xfrm>
          <a:prstGeom prst="rect">
            <a:avLst/>
          </a:prstGeom>
          <a:noFill/>
        </p:spPr>
        <p:txBody>
          <a:bodyPr wrap="square" anchor="t">
            <a:spAutoFit/>
          </a:bodyPr>
          <a:lstStyle/>
          <a:p>
            <a:pPr algn="just"/>
            <a:r>
              <a:rPr lang="es-MX" sz="2000" dirty="0">
                <a:latin typeface="Montserrat" panose="00000500000000000000" pitchFamily="2" charset="0"/>
              </a:rPr>
              <a:t>Además de las medidas de posición, con frecuencia es conveniente considerar las medidas de variabilidad o dispersión.</a:t>
            </a:r>
          </a:p>
          <a:p>
            <a:pPr algn="just"/>
            <a:endParaRPr lang="es-MX" sz="2000" dirty="0">
              <a:latin typeface="Montserrat" panose="00000500000000000000" pitchFamily="2" charset="0"/>
            </a:endParaRPr>
          </a:p>
          <a:p>
            <a:pPr marL="342900" indent="-342900" algn="just">
              <a:buClr>
                <a:schemeClr val="accent1">
                  <a:lumMod val="75000"/>
                </a:schemeClr>
              </a:buClr>
              <a:buFont typeface="Wingdings" panose="05000000000000000000" pitchFamily="2" charset="2"/>
              <a:buChar char="q"/>
            </a:pPr>
            <a:r>
              <a:rPr lang="es-MX" sz="2000" dirty="0">
                <a:latin typeface="Montserrat" panose="00000500000000000000" pitchFamily="2" charset="0"/>
              </a:rPr>
              <a:t>Rango,</a:t>
            </a:r>
          </a:p>
          <a:p>
            <a:pPr marL="342900" indent="-342900" algn="just">
              <a:buClr>
                <a:schemeClr val="accent1">
                  <a:lumMod val="75000"/>
                </a:schemeClr>
              </a:buClr>
              <a:buFont typeface="Wingdings" panose="05000000000000000000" pitchFamily="2" charset="2"/>
              <a:buChar char="q"/>
            </a:pPr>
            <a:r>
              <a:rPr lang="es-MX" sz="2000" dirty="0">
                <a:latin typeface="Montserrat" panose="00000500000000000000" pitchFamily="2" charset="0"/>
              </a:rPr>
              <a:t>Rango intercuartílico,</a:t>
            </a:r>
          </a:p>
          <a:p>
            <a:pPr marL="342900" indent="-342900" algn="just">
              <a:buClr>
                <a:schemeClr val="accent1">
                  <a:lumMod val="75000"/>
                </a:schemeClr>
              </a:buClr>
              <a:buFont typeface="Wingdings" panose="05000000000000000000" pitchFamily="2" charset="2"/>
              <a:buChar char="q"/>
            </a:pPr>
            <a:r>
              <a:rPr lang="es-MX" sz="2000" dirty="0">
                <a:latin typeface="Montserrat" panose="00000500000000000000" pitchFamily="2" charset="0"/>
              </a:rPr>
              <a:t>Varianza,</a:t>
            </a:r>
          </a:p>
          <a:p>
            <a:pPr marL="342900" indent="-342900" algn="just">
              <a:buClr>
                <a:schemeClr val="accent1">
                  <a:lumMod val="75000"/>
                </a:schemeClr>
              </a:buClr>
              <a:buFont typeface="Wingdings" panose="05000000000000000000" pitchFamily="2" charset="2"/>
              <a:buChar char="q"/>
            </a:pPr>
            <a:r>
              <a:rPr lang="es-MX" sz="2000" dirty="0">
                <a:latin typeface="Montserrat" panose="00000500000000000000" pitchFamily="2" charset="0"/>
              </a:rPr>
              <a:t>Desviación estándar y</a:t>
            </a:r>
          </a:p>
          <a:p>
            <a:pPr marL="342900" indent="-342900" algn="just">
              <a:buClr>
                <a:schemeClr val="accent1">
                  <a:lumMod val="75000"/>
                </a:schemeClr>
              </a:buClr>
              <a:buFont typeface="Wingdings" panose="05000000000000000000" pitchFamily="2" charset="2"/>
              <a:buChar char="q"/>
            </a:pPr>
            <a:r>
              <a:rPr lang="es-MX" sz="2000" dirty="0">
                <a:latin typeface="Montserrat" panose="00000500000000000000" pitchFamily="2" charset="0"/>
              </a:rPr>
              <a:t>Coeficiente de variación.</a:t>
            </a:r>
            <a:endParaRPr sz="2000" dirty="0">
              <a:latin typeface="Montserrat" panose="00000500000000000000" pitchFamily="2" charset="0"/>
            </a:endParaRPr>
          </a:p>
        </p:txBody>
      </p:sp>
      <p:sp>
        <p:nvSpPr>
          <p:cNvPr id="27" name="TextBox 26">
            <a:extLst>
              <a:ext uri="{FF2B5EF4-FFF2-40B4-BE49-F238E27FC236}">
                <a16:creationId xmlns:a16="http://schemas.microsoft.com/office/drawing/2014/main" id="{025751F4-F63F-B4CF-6086-03B447310076}"/>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pic>
        <p:nvPicPr>
          <p:cNvPr id="7" name="Picture 6">
            <a:extLst>
              <a:ext uri="{FF2B5EF4-FFF2-40B4-BE49-F238E27FC236}">
                <a16:creationId xmlns:a16="http://schemas.microsoft.com/office/drawing/2014/main" id="{8D140698-DBDF-C9C1-9D5D-DAADB6C52C4B}"/>
              </a:ext>
            </a:extLst>
          </p:cNvPr>
          <p:cNvPicPr>
            <a:picLocks noChangeAspect="1"/>
          </p:cNvPicPr>
          <p:nvPr/>
        </p:nvPicPr>
        <p:blipFill>
          <a:blip r:embed="rId2"/>
          <a:stretch>
            <a:fillRect/>
          </a:stretch>
        </p:blipFill>
        <p:spPr>
          <a:xfrm>
            <a:off x="8676640" y="4122557"/>
            <a:ext cx="2981960" cy="2286371"/>
          </a:xfrm>
          <a:prstGeom prst="rect">
            <a:avLst/>
          </a:prstGeom>
        </p:spPr>
      </p:pic>
    </p:spTree>
    <p:extLst>
      <p:ext uri="{BB962C8B-B14F-4D97-AF65-F5344CB8AC3E}">
        <p14:creationId xmlns:p14="http://schemas.microsoft.com/office/powerpoint/2010/main" val="2955736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3.2</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¿Por qué importa la variabilidad?</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722120"/>
            <a:ext cx="10607040" cy="548640"/>
          </a:xfrm>
          <a:prstGeom prst="rect">
            <a:avLst/>
          </a:prstGeom>
          <a:noFill/>
        </p:spPr>
        <p:txBody>
          <a:bodyPr wrap="square" anchor="t">
            <a:spAutoFit/>
          </a:bodyPr>
          <a:lstStyle/>
          <a:p>
            <a:pPr algn="ctr">
              <a:defRPr sz="2100" b="1">
                <a:solidFill>
                  <a:srgbClr val="24398A"/>
                </a:solidFill>
                <a:latin typeface="Montserrat"/>
              </a:defRPr>
            </a:pPr>
            <a:r>
              <a:rPr dirty="0"/>
              <a:t>Dos </a:t>
            </a:r>
            <a:r>
              <a:rPr dirty="0" err="1"/>
              <a:t>proveedores</a:t>
            </a:r>
            <a:r>
              <a:rPr dirty="0"/>
              <a:t> </a:t>
            </a:r>
            <a:r>
              <a:rPr dirty="0" err="1"/>
              <a:t>pueden</a:t>
            </a:r>
            <a:r>
              <a:rPr dirty="0"/>
              <a:t> </a:t>
            </a:r>
            <a:r>
              <a:rPr dirty="0" err="1"/>
              <a:t>tener</a:t>
            </a:r>
            <a:r>
              <a:rPr dirty="0"/>
              <a:t> la </a:t>
            </a:r>
            <a:r>
              <a:rPr dirty="0" err="1"/>
              <a:t>misma</a:t>
            </a:r>
            <a:r>
              <a:rPr dirty="0"/>
              <a:t> media y, sin embargo, </a:t>
            </a:r>
            <a:r>
              <a:rPr dirty="0" err="1"/>
              <a:t>distinta</a:t>
            </a:r>
            <a:r>
              <a:rPr dirty="0"/>
              <a:t> </a:t>
            </a:r>
            <a:r>
              <a:rPr dirty="0" err="1"/>
              <a:t>confiabilidad</a:t>
            </a:r>
            <a:r>
              <a:rPr dirty="0"/>
              <a:t>.</a:t>
            </a:r>
          </a:p>
        </p:txBody>
      </p:sp>
      <p:sp>
        <p:nvSpPr>
          <p:cNvPr id="10" name="Rounded Rectangle 9"/>
          <p:cNvSpPr/>
          <p:nvPr/>
        </p:nvSpPr>
        <p:spPr>
          <a:xfrm>
            <a:off x="822960" y="2545080"/>
            <a:ext cx="5029200" cy="1725168"/>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654808"/>
            <a:ext cx="4700016" cy="320040"/>
          </a:xfrm>
          <a:prstGeom prst="rect">
            <a:avLst/>
          </a:prstGeom>
          <a:noFill/>
        </p:spPr>
        <p:txBody>
          <a:bodyPr wrap="square" anchor="t">
            <a:spAutoFit/>
          </a:bodyPr>
          <a:lstStyle/>
          <a:p>
            <a:pPr algn="l">
              <a:defRPr sz="1700" b="1">
                <a:solidFill>
                  <a:srgbClr val="5CA847"/>
                </a:solidFill>
                <a:latin typeface="Montserrat"/>
              </a:defRPr>
            </a:pPr>
            <a:r>
              <a:t>Dawson Supply</a:t>
            </a:r>
          </a:p>
        </p:txBody>
      </p:sp>
      <p:sp>
        <p:nvSpPr>
          <p:cNvPr id="12" name="TextBox 11"/>
          <p:cNvSpPr txBox="1"/>
          <p:nvPr/>
        </p:nvSpPr>
        <p:spPr>
          <a:xfrm>
            <a:off x="987552" y="3048000"/>
            <a:ext cx="4700016" cy="1463040"/>
          </a:xfrm>
          <a:prstGeom prst="rect">
            <a:avLst/>
          </a:prstGeom>
          <a:noFill/>
        </p:spPr>
        <p:txBody>
          <a:bodyPr wrap="square" anchor="t">
            <a:spAutoFit/>
          </a:bodyPr>
          <a:lstStyle/>
          <a:p>
            <a:pPr algn="l">
              <a:defRPr sz="1700" b="0">
                <a:solidFill>
                  <a:srgbClr val="5A5F69"/>
                </a:solidFill>
                <a:latin typeface="Montserrat"/>
              </a:defRPr>
            </a:pPr>
            <a:r>
              <a:t>9  10  10  10  11  11  10  11  10  10</a:t>
            </a:r>
          </a:p>
        </p:txBody>
      </p:sp>
      <p:sp>
        <p:nvSpPr>
          <p:cNvPr id="13" name="TextBox 12"/>
          <p:cNvSpPr txBox="1"/>
          <p:nvPr/>
        </p:nvSpPr>
        <p:spPr>
          <a:xfrm>
            <a:off x="1097280" y="3642360"/>
            <a:ext cx="4480560" cy="320040"/>
          </a:xfrm>
          <a:prstGeom prst="rect">
            <a:avLst/>
          </a:prstGeom>
          <a:noFill/>
        </p:spPr>
        <p:txBody>
          <a:bodyPr wrap="square" anchor="t">
            <a:spAutoFit/>
          </a:bodyPr>
          <a:lstStyle/>
          <a:p>
            <a:pPr algn="ctr">
              <a:defRPr sz="1600" b="1">
                <a:solidFill>
                  <a:srgbClr val="5A5F69"/>
                </a:solidFill>
                <a:latin typeface="Montserrat"/>
              </a:defRPr>
            </a:pPr>
            <a:r>
              <a:t>Media ≈ 10 días</a:t>
            </a:r>
          </a:p>
        </p:txBody>
      </p:sp>
      <p:sp>
        <p:nvSpPr>
          <p:cNvPr id="14" name="Rounded Rectangle 13"/>
          <p:cNvSpPr/>
          <p:nvPr/>
        </p:nvSpPr>
        <p:spPr>
          <a:xfrm>
            <a:off x="6400800" y="2545080"/>
            <a:ext cx="5029200" cy="1725168"/>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2654808"/>
            <a:ext cx="4700016" cy="320040"/>
          </a:xfrm>
          <a:prstGeom prst="rect">
            <a:avLst/>
          </a:prstGeom>
          <a:noFill/>
        </p:spPr>
        <p:txBody>
          <a:bodyPr wrap="square" anchor="t">
            <a:spAutoFit/>
          </a:bodyPr>
          <a:lstStyle/>
          <a:p>
            <a:pPr algn="l">
              <a:defRPr sz="1700" b="1">
                <a:solidFill>
                  <a:srgbClr val="D5433C"/>
                </a:solidFill>
                <a:latin typeface="Montserrat"/>
              </a:defRPr>
            </a:pPr>
            <a:r>
              <a:t>J.C. Clark</a:t>
            </a:r>
          </a:p>
        </p:txBody>
      </p:sp>
      <p:sp>
        <p:nvSpPr>
          <p:cNvPr id="16" name="TextBox 15"/>
          <p:cNvSpPr txBox="1"/>
          <p:nvPr/>
        </p:nvSpPr>
        <p:spPr>
          <a:xfrm>
            <a:off x="6565392" y="3048000"/>
            <a:ext cx="4700016" cy="1463040"/>
          </a:xfrm>
          <a:prstGeom prst="rect">
            <a:avLst/>
          </a:prstGeom>
          <a:noFill/>
        </p:spPr>
        <p:txBody>
          <a:bodyPr wrap="square" anchor="t">
            <a:spAutoFit/>
          </a:bodyPr>
          <a:lstStyle/>
          <a:p>
            <a:pPr algn="l">
              <a:defRPr sz="1700" b="0">
                <a:solidFill>
                  <a:srgbClr val="5A5F69"/>
                </a:solidFill>
                <a:latin typeface="Montserrat"/>
              </a:defRPr>
            </a:pPr>
            <a:r>
              <a:t>7  7  8  10  10  10  11  12  13  15</a:t>
            </a:r>
          </a:p>
        </p:txBody>
      </p:sp>
      <p:sp>
        <p:nvSpPr>
          <p:cNvPr id="17" name="TextBox 16"/>
          <p:cNvSpPr txBox="1"/>
          <p:nvPr/>
        </p:nvSpPr>
        <p:spPr>
          <a:xfrm>
            <a:off x="6675120" y="3642360"/>
            <a:ext cx="4480560" cy="320040"/>
          </a:xfrm>
          <a:prstGeom prst="rect">
            <a:avLst/>
          </a:prstGeom>
          <a:noFill/>
        </p:spPr>
        <p:txBody>
          <a:bodyPr wrap="square" anchor="t">
            <a:spAutoFit/>
          </a:bodyPr>
          <a:lstStyle/>
          <a:p>
            <a:pPr algn="ctr">
              <a:defRPr sz="1600" b="1">
                <a:solidFill>
                  <a:srgbClr val="5A5F69"/>
                </a:solidFill>
                <a:latin typeface="Montserrat"/>
              </a:defRPr>
            </a:pPr>
            <a:r>
              <a:t>Media ≈ 10 días</a:t>
            </a:r>
          </a:p>
        </p:txBody>
      </p:sp>
      <p:sp>
        <p:nvSpPr>
          <p:cNvPr id="18" name="TextBox 17"/>
          <p:cNvSpPr txBox="1"/>
          <p:nvPr/>
        </p:nvSpPr>
        <p:spPr>
          <a:xfrm>
            <a:off x="822960" y="4531884"/>
            <a:ext cx="5029200" cy="646331"/>
          </a:xfrm>
          <a:prstGeom prst="rect">
            <a:avLst/>
          </a:prstGeom>
          <a:noFill/>
        </p:spPr>
        <p:txBody>
          <a:bodyPr wrap="square" anchor="t">
            <a:spAutoFit/>
          </a:bodyPr>
          <a:lstStyle/>
          <a:p>
            <a:pPr algn="just">
              <a:defRPr sz="1800" b="1">
                <a:solidFill>
                  <a:srgbClr val="000000"/>
                </a:solidFill>
                <a:latin typeface="Montserrat"/>
              </a:defRPr>
            </a:pPr>
            <a:r>
              <a:rPr dirty="0"/>
              <a:t>La </a:t>
            </a:r>
            <a:r>
              <a:rPr dirty="0" err="1"/>
              <a:t>menor</a:t>
            </a:r>
            <a:r>
              <a:rPr dirty="0"/>
              <a:t> </a:t>
            </a:r>
            <a:r>
              <a:rPr dirty="0" err="1"/>
              <a:t>dispersión</a:t>
            </a:r>
            <a:r>
              <a:rPr dirty="0"/>
              <a:t> de Dawson la </a:t>
            </a:r>
            <a:r>
              <a:rPr dirty="0" err="1"/>
              <a:t>hace</a:t>
            </a:r>
            <a:r>
              <a:rPr dirty="0"/>
              <a:t> </a:t>
            </a:r>
            <a:r>
              <a:rPr dirty="0" err="1"/>
              <a:t>más</a:t>
            </a:r>
            <a:r>
              <a:rPr dirty="0"/>
              <a:t> </a:t>
            </a:r>
            <a:r>
              <a:rPr dirty="0" err="1"/>
              <a:t>consistente</a:t>
            </a:r>
            <a:r>
              <a:rPr dirty="0"/>
              <a:t> para la </a:t>
            </a:r>
            <a:r>
              <a:rPr dirty="0" err="1"/>
              <a:t>planeación</a:t>
            </a:r>
            <a:r>
              <a:rPr dirty="0"/>
              <a:t>.</a:t>
            </a:r>
          </a:p>
        </p:txBody>
      </p:sp>
      <p:sp>
        <p:nvSpPr>
          <p:cNvPr id="19" name="TextBox 18"/>
          <p:cNvSpPr txBox="1"/>
          <p:nvPr/>
        </p:nvSpPr>
        <p:spPr>
          <a:xfrm>
            <a:off x="820823" y="5524729"/>
            <a:ext cx="5074920" cy="523220"/>
          </a:xfrm>
          <a:prstGeom prst="rect">
            <a:avLst/>
          </a:prstGeom>
          <a:noFill/>
        </p:spPr>
        <p:txBody>
          <a:bodyPr wrap="square" anchor="t">
            <a:spAutoFit/>
          </a:bodyPr>
          <a:lstStyle/>
          <a:p>
            <a:pPr algn="just">
              <a:defRPr sz="1400" b="0">
                <a:solidFill>
                  <a:srgbClr val="5A5F69"/>
                </a:solidFill>
                <a:latin typeface="Montserrat"/>
              </a:defRPr>
            </a:pPr>
            <a:r>
              <a:rPr dirty="0"/>
              <a:t>La </a:t>
            </a:r>
            <a:r>
              <a:rPr dirty="0" err="1"/>
              <a:t>variabilidad</a:t>
            </a:r>
            <a:r>
              <a:rPr dirty="0"/>
              <a:t> genera </a:t>
            </a:r>
            <a:r>
              <a:rPr dirty="0" err="1"/>
              <a:t>incertidumbre</a:t>
            </a:r>
            <a:r>
              <a:rPr dirty="0"/>
              <a:t> </a:t>
            </a:r>
            <a:r>
              <a:rPr dirty="0" err="1"/>
              <a:t>en</a:t>
            </a:r>
            <a:r>
              <a:rPr dirty="0"/>
              <a:t> la </a:t>
            </a:r>
            <a:r>
              <a:rPr dirty="0" err="1"/>
              <a:t>planeación</a:t>
            </a:r>
            <a:r>
              <a:rPr dirty="0"/>
              <a:t> de </a:t>
            </a:r>
            <a:r>
              <a:rPr dirty="0" err="1"/>
              <a:t>producción</a:t>
            </a:r>
            <a:r>
              <a:rPr dirty="0"/>
              <a:t> y </a:t>
            </a:r>
            <a:r>
              <a:rPr dirty="0" err="1"/>
              <a:t>en</a:t>
            </a:r>
            <a:r>
              <a:rPr dirty="0"/>
              <a:t> la </a:t>
            </a:r>
            <a:r>
              <a:rPr dirty="0" err="1"/>
              <a:t>selección</a:t>
            </a:r>
            <a:r>
              <a:rPr dirty="0"/>
              <a:t> de </a:t>
            </a:r>
            <a:r>
              <a:rPr dirty="0" err="1"/>
              <a:t>proveedores</a:t>
            </a:r>
            <a:r>
              <a:rPr dirty="0"/>
              <a:t>.</a:t>
            </a:r>
          </a:p>
        </p:txBody>
      </p:sp>
      <p:sp>
        <p:nvSpPr>
          <p:cNvPr id="21" name="TextBox 20">
            <a:extLst>
              <a:ext uri="{FF2B5EF4-FFF2-40B4-BE49-F238E27FC236}">
                <a16:creationId xmlns:a16="http://schemas.microsoft.com/office/drawing/2014/main" id="{6942B4B0-9F62-25E8-9DA8-6ABB42476D32}"/>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20" name="TextBox 19">
            <a:extLst>
              <a:ext uri="{FF2B5EF4-FFF2-40B4-BE49-F238E27FC236}">
                <a16:creationId xmlns:a16="http://schemas.microsoft.com/office/drawing/2014/main" id="{5060B0B7-E024-9375-34AE-3883DCFDDF09}"/>
              </a:ext>
            </a:extLst>
          </p:cNvPr>
          <p:cNvSpPr txBox="1"/>
          <p:nvPr/>
        </p:nvSpPr>
        <p:spPr>
          <a:xfrm>
            <a:off x="502920" y="59359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RANGO</a:t>
            </a:r>
            <a:endParaRPr sz="2000" dirty="0"/>
          </a:p>
        </p:txBody>
      </p:sp>
      <p:sp>
        <p:nvSpPr>
          <p:cNvPr id="23" name="TextBox 22">
            <a:extLst>
              <a:ext uri="{FF2B5EF4-FFF2-40B4-BE49-F238E27FC236}">
                <a16:creationId xmlns:a16="http://schemas.microsoft.com/office/drawing/2014/main" id="{3ECC7960-DD04-2B69-C015-8CF34DDFF68D}"/>
              </a:ext>
            </a:extLst>
          </p:cNvPr>
          <p:cNvSpPr txBox="1"/>
          <p:nvPr/>
        </p:nvSpPr>
        <p:spPr>
          <a:xfrm>
            <a:off x="502920" y="980440"/>
            <a:ext cx="9768840" cy="400110"/>
          </a:xfrm>
          <a:prstGeom prst="rect">
            <a:avLst/>
          </a:prstGeom>
          <a:noFill/>
        </p:spPr>
        <p:txBody>
          <a:bodyPr wrap="square" anchor="t">
            <a:spAutoFit/>
          </a:bodyPr>
          <a:lstStyle/>
          <a:p>
            <a:pPr algn="just">
              <a:defRPr sz="1400" b="0">
                <a:solidFill>
                  <a:srgbClr val="5A5F69"/>
                </a:solidFill>
                <a:latin typeface="Montserrat"/>
              </a:defRPr>
            </a:pPr>
            <a:r>
              <a:rPr lang="es-MX" sz="2000" dirty="0"/>
              <a:t>La medida de variabilidad más sencilla es el </a:t>
            </a:r>
            <a:r>
              <a:rPr lang="es-MX" sz="2000" b="1" dirty="0"/>
              <a:t>rango.</a:t>
            </a:r>
            <a:endParaRPr sz="2000" dirty="0"/>
          </a:p>
        </p:txBody>
      </p:sp>
      <p:pic>
        <p:nvPicPr>
          <p:cNvPr id="25" name="Picture 24">
            <a:extLst>
              <a:ext uri="{FF2B5EF4-FFF2-40B4-BE49-F238E27FC236}">
                <a16:creationId xmlns:a16="http://schemas.microsoft.com/office/drawing/2014/main" id="{E1E3F879-DF18-9F83-28B3-E2C09D07B32F}"/>
              </a:ext>
            </a:extLst>
          </p:cNvPr>
          <p:cNvPicPr>
            <a:picLocks noChangeAspect="1"/>
          </p:cNvPicPr>
          <p:nvPr/>
        </p:nvPicPr>
        <p:blipFill>
          <a:blip r:embed="rId2"/>
          <a:stretch>
            <a:fillRect/>
          </a:stretch>
        </p:blipFill>
        <p:spPr>
          <a:xfrm>
            <a:off x="6729984" y="4379976"/>
            <a:ext cx="4496730" cy="20626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3.2</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Rango y rango intercuartílico (RIC)</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417320"/>
            <a:ext cx="516636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490472"/>
            <a:ext cx="4800600" cy="228600"/>
          </a:xfrm>
          <a:prstGeom prst="rect">
            <a:avLst/>
          </a:prstGeom>
          <a:noFill/>
        </p:spPr>
        <p:txBody>
          <a:bodyPr wrap="square" anchor="t">
            <a:spAutoFit/>
          </a:bodyPr>
          <a:lstStyle/>
          <a:p>
            <a:pPr algn="l">
              <a:defRPr sz="900" b="1">
                <a:solidFill>
                  <a:srgbClr val="EBA93B"/>
                </a:solidFill>
                <a:latin typeface="Montserrat"/>
              </a:defRPr>
            </a:pPr>
            <a:r>
              <a:t>RANGO</a:t>
            </a:r>
          </a:p>
        </p:txBody>
      </p:sp>
      <p:sp>
        <p:nvSpPr>
          <p:cNvPr id="11" name="TextBox 10"/>
          <p:cNvSpPr txBox="1"/>
          <p:nvPr/>
        </p:nvSpPr>
        <p:spPr>
          <a:xfrm>
            <a:off x="868680" y="1764792"/>
            <a:ext cx="4800600" cy="548640"/>
          </a:xfrm>
          <a:prstGeom prst="rect">
            <a:avLst/>
          </a:prstGeom>
          <a:noFill/>
        </p:spPr>
        <p:txBody>
          <a:bodyPr wrap="square" anchor="ctr">
            <a:spAutoFit/>
          </a:bodyPr>
          <a:lstStyle/>
          <a:p>
            <a:pPr algn="ctr">
              <a:defRPr sz="2300" b="1">
                <a:solidFill>
                  <a:srgbClr val="24398A"/>
                </a:solidFill>
                <a:latin typeface="Montserrat"/>
              </a:defRPr>
            </a:pPr>
            <a:r>
              <a:t>Rango = valor mayor − valor menor</a:t>
            </a:r>
          </a:p>
        </p:txBody>
      </p:sp>
      <p:sp>
        <p:nvSpPr>
          <p:cNvPr id="12" name="Rounded Rectangle 11"/>
          <p:cNvSpPr/>
          <p:nvPr/>
        </p:nvSpPr>
        <p:spPr>
          <a:xfrm>
            <a:off x="6309360" y="1417320"/>
            <a:ext cx="516636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490472"/>
            <a:ext cx="4800600" cy="228600"/>
          </a:xfrm>
          <a:prstGeom prst="rect">
            <a:avLst/>
          </a:prstGeom>
          <a:noFill/>
        </p:spPr>
        <p:txBody>
          <a:bodyPr wrap="square" anchor="t">
            <a:spAutoFit/>
          </a:bodyPr>
          <a:lstStyle/>
          <a:p>
            <a:pPr algn="l">
              <a:defRPr sz="900" b="1">
                <a:solidFill>
                  <a:srgbClr val="EBA93B"/>
                </a:solidFill>
                <a:latin typeface="Montserrat"/>
              </a:defRPr>
            </a:pPr>
            <a:r>
              <a:t>RANGO INTERCUARTÍLICO</a:t>
            </a:r>
          </a:p>
        </p:txBody>
      </p:sp>
      <p:sp>
        <p:nvSpPr>
          <p:cNvPr id="14" name="TextBox 13"/>
          <p:cNvSpPr txBox="1"/>
          <p:nvPr/>
        </p:nvSpPr>
        <p:spPr>
          <a:xfrm>
            <a:off x="6492240" y="1764792"/>
            <a:ext cx="4800600" cy="548640"/>
          </a:xfrm>
          <a:prstGeom prst="rect">
            <a:avLst/>
          </a:prstGeom>
          <a:noFill/>
        </p:spPr>
        <p:txBody>
          <a:bodyPr wrap="square" anchor="ctr">
            <a:spAutoFit/>
          </a:bodyPr>
          <a:lstStyle/>
          <a:p>
            <a:pPr algn="ctr">
              <a:defRPr sz="2300" b="1">
                <a:solidFill>
                  <a:srgbClr val="24398A"/>
                </a:solidFill>
                <a:latin typeface="Montserrat"/>
              </a:defRPr>
            </a:pPr>
            <a:r>
              <a:t>RIC = Q3 − Q1</a:t>
            </a:r>
          </a:p>
        </p:txBody>
      </p:sp>
      <p:sp>
        <p:nvSpPr>
          <p:cNvPr id="15" name="TextBox 14"/>
          <p:cNvSpPr txBox="1"/>
          <p:nvPr/>
        </p:nvSpPr>
        <p:spPr>
          <a:xfrm>
            <a:off x="777240" y="2707640"/>
            <a:ext cx="2575560" cy="353943"/>
          </a:xfrm>
          <a:prstGeom prst="rect">
            <a:avLst/>
          </a:prstGeom>
          <a:noFill/>
        </p:spPr>
        <p:txBody>
          <a:bodyPr wrap="square" anchor="t">
            <a:spAutoFit/>
          </a:bodyPr>
          <a:lstStyle/>
          <a:p>
            <a:pPr algn="l">
              <a:defRPr sz="1700" b="1">
                <a:solidFill>
                  <a:srgbClr val="24398A"/>
                </a:solidFill>
                <a:latin typeface="Montserrat"/>
              </a:defRPr>
            </a:pPr>
            <a:r>
              <a:rPr dirty="0" err="1"/>
              <a:t>Sueldos</a:t>
            </a:r>
            <a:r>
              <a:rPr dirty="0"/>
              <a:t> del </a:t>
            </a:r>
            <a:r>
              <a:rPr dirty="0" err="1"/>
              <a:t>ejemplo</a:t>
            </a:r>
            <a:endParaRPr dirty="0"/>
          </a:p>
        </p:txBody>
      </p:sp>
      <p:sp>
        <p:nvSpPr>
          <p:cNvPr id="16" name="TextBox 15"/>
          <p:cNvSpPr txBox="1"/>
          <p:nvPr/>
        </p:nvSpPr>
        <p:spPr>
          <a:xfrm>
            <a:off x="777240" y="3215640"/>
            <a:ext cx="10698480" cy="1343958"/>
          </a:xfrm>
          <a:prstGeom prst="rect">
            <a:avLst/>
          </a:prstGeom>
          <a:noFill/>
        </p:spPr>
        <p:txBody>
          <a:bodyPr wrap="square">
            <a:spAutoFit/>
          </a:bodyPr>
          <a:lstStyle/>
          <a:p>
            <a:pPr>
              <a:spcAft>
                <a:spcPts val="800"/>
              </a:spcAft>
              <a:defRPr sz="1700">
                <a:solidFill>
                  <a:srgbClr val="000000"/>
                </a:solidFill>
                <a:latin typeface="Montserrat"/>
              </a:defRPr>
            </a:pPr>
            <a:r>
              <a:rPr dirty="0"/>
              <a:t>Mayor = $3 925; </a:t>
            </a:r>
            <a:r>
              <a:rPr dirty="0" err="1"/>
              <a:t>menor</a:t>
            </a:r>
            <a:r>
              <a:rPr dirty="0"/>
              <a:t> = $3 310 → </a:t>
            </a:r>
            <a:r>
              <a:rPr dirty="0" err="1"/>
              <a:t>rango</a:t>
            </a:r>
            <a:r>
              <a:rPr dirty="0"/>
              <a:t> = $615.</a:t>
            </a:r>
          </a:p>
          <a:p>
            <a:pPr>
              <a:spcAft>
                <a:spcPts val="800"/>
              </a:spcAft>
              <a:defRPr sz="1700">
                <a:solidFill>
                  <a:srgbClr val="000000"/>
                </a:solidFill>
                <a:latin typeface="Montserrat"/>
              </a:defRPr>
            </a:pPr>
            <a:r>
              <a:rPr dirty="0"/>
              <a:t>Q3 = $3 600; Q1 = $3 465 → RIC = $135.</a:t>
            </a:r>
          </a:p>
          <a:p>
            <a:pPr>
              <a:spcAft>
                <a:spcPts val="800"/>
              </a:spcAft>
              <a:defRPr sz="1700">
                <a:solidFill>
                  <a:srgbClr val="000000"/>
                </a:solidFill>
                <a:latin typeface="Montserrat"/>
              </a:defRPr>
            </a:pPr>
            <a:r>
              <a:rPr dirty="0"/>
              <a:t>El RIC </a:t>
            </a:r>
            <a:r>
              <a:rPr dirty="0" err="1"/>
              <a:t>representa</a:t>
            </a:r>
            <a:r>
              <a:rPr dirty="0"/>
              <a:t> el </a:t>
            </a:r>
            <a:r>
              <a:rPr dirty="0" err="1"/>
              <a:t>rango</a:t>
            </a:r>
            <a:r>
              <a:rPr dirty="0"/>
              <a:t> de la </a:t>
            </a:r>
            <a:r>
              <a:rPr dirty="0" err="1"/>
              <a:t>mitad</a:t>
            </a:r>
            <a:r>
              <a:rPr dirty="0"/>
              <a:t> central de </a:t>
            </a:r>
            <a:r>
              <a:rPr dirty="0" err="1"/>
              <a:t>los</a:t>
            </a:r>
            <a:r>
              <a:rPr dirty="0"/>
              <a:t> </a:t>
            </a:r>
            <a:r>
              <a:rPr dirty="0" err="1"/>
              <a:t>datos</a:t>
            </a:r>
            <a:r>
              <a:rPr dirty="0"/>
              <a:t> y es </a:t>
            </a:r>
            <a:r>
              <a:rPr dirty="0" err="1"/>
              <a:t>menos</a:t>
            </a:r>
            <a:r>
              <a:rPr dirty="0"/>
              <a:t> </a:t>
            </a:r>
            <a:r>
              <a:rPr dirty="0" err="1"/>
              <a:t>dependiente</a:t>
            </a:r>
            <a:r>
              <a:rPr dirty="0"/>
              <a:t> de </a:t>
            </a:r>
            <a:r>
              <a:rPr dirty="0" err="1"/>
              <a:t>valores</a:t>
            </a:r>
            <a:r>
              <a:rPr dirty="0"/>
              <a:t> </a:t>
            </a:r>
            <a:r>
              <a:rPr dirty="0" err="1"/>
              <a:t>extremos</a:t>
            </a:r>
            <a:r>
              <a:rPr dirty="0"/>
              <a:t>.</a:t>
            </a:r>
          </a:p>
        </p:txBody>
      </p:sp>
      <p:sp>
        <p:nvSpPr>
          <p:cNvPr id="17" name="Rounded Rectangle 16"/>
          <p:cNvSpPr/>
          <p:nvPr/>
        </p:nvSpPr>
        <p:spPr>
          <a:xfrm>
            <a:off x="777240" y="5212080"/>
            <a:ext cx="10332720" cy="86868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1832" y="5286248"/>
            <a:ext cx="10003536" cy="353943"/>
          </a:xfrm>
          <a:prstGeom prst="rect">
            <a:avLst/>
          </a:prstGeom>
          <a:noFill/>
        </p:spPr>
        <p:txBody>
          <a:bodyPr wrap="square" anchor="t">
            <a:spAutoFit/>
          </a:bodyPr>
          <a:lstStyle/>
          <a:p>
            <a:pPr algn="l">
              <a:defRPr sz="1500" b="1">
                <a:solidFill>
                  <a:srgbClr val="E1B73D"/>
                </a:solidFill>
                <a:latin typeface="Montserrat"/>
              </a:defRPr>
            </a:pPr>
            <a:r>
              <a:rPr sz="1700" dirty="0"/>
              <a:t>Idea clave</a:t>
            </a:r>
          </a:p>
        </p:txBody>
      </p:sp>
      <p:sp>
        <p:nvSpPr>
          <p:cNvPr id="19" name="TextBox 18"/>
          <p:cNvSpPr txBox="1"/>
          <p:nvPr/>
        </p:nvSpPr>
        <p:spPr>
          <a:xfrm>
            <a:off x="941832" y="5648960"/>
            <a:ext cx="10003536" cy="353943"/>
          </a:xfrm>
          <a:prstGeom prst="rect">
            <a:avLst/>
          </a:prstGeom>
          <a:noFill/>
        </p:spPr>
        <p:txBody>
          <a:bodyPr wrap="square" anchor="t">
            <a:spAutoFit/>
          </a:bodyPr>
          <a:lstStyle/>
          <a:p>
            <a:pPr algn="l">
              <a:defRPr sz="1400" b="0">
                <a:solidFill>
                  <a:srgbClr val="5A5F69"/>
                </a:solidFill>
                <a:latin typeface="Montserrat"/>
              </a:defRPr>
            </a:pPr>
            <a:r>
              <a:rPr sz="1700" dirty="0"/>
              <a:t>El </a:t>
            </a:r>
            <a:r>
              <a:rPr sz="1700" dirty="0" err="1"/>
              <a:t>rango</a:t>
            </a:r>
            <a:r>
              <a:rPr sz="1700" dirty="0"/>
              <a:t> </a:t>
            </a:r>
            <a:r>
              <a:rPr sz="1700" dirty="0" err="1"/>
              <a:t>usa</a:t>
            </a:r>
            <a:r>
              <a:rPr sz="1700" dirty="0"/>
              <a:t> solo dos </a:t>
            </a:r>
            <a:r>
              <a:rPr sz="1700" dirty="0" err="1"/>
              <a:t>observaciones</a:t>
            </a:r>
            <a:r>
              <a:rPr lang="es-MX" sz="1700" dirty="0"/>
              <a:t> (datos)</a:t>
            </a:r>
            <a:r>
              <a:rPr sz="1700" dirty="0"/>
              <a:t>; el RIC se </a:t>
            </a:r>
            <a:r>
              <a:rPr sz="1700" dirty="0" err="1"/>
              <a:t>concentra</a:t>
            </a:r>
            <a:r>
              <a:rPr sz="1700" dirty="0"/>
              <a:t> </a:t>
            </a:r>
            <a:r>
              <a:rPr sz="1700" dirty="0" err="1"/>
              <a:t>en</a:t>
            </a:r>
            <a:r>
              <a:rPr sz="1700" dirty="0"/>
              <a:t> el 50% central.</a:t>
            </a:r>
          </a:p>
        </p:txBody>
      </p:sp>
      <p:sp>
        <p:nvSpPr>
          <p:cNvPr id="21" name="TextBox 20">
            <a:extLst>
              <a:ext uri="{FF2B5EF4-FFF2-40B4-BE49-F238E27FC236}">
                <a16:creationId xmlns:a16="http://schemas.microsoft.com/office/drawing/2014/main" id="{3F635AF6-6B64-4578-D031-C4D3E7102260}"/>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20" name="TextBox 19">
            <a:extLst>
              <a:ext uri="{FF2B5EF4-FFF2-40B4-BE49-F238E27FC236}">
                <a16:creationId xmlns:a16="http://schemas.microsoft.com/office/drawing/2014/main" id="{B6D3AC19-2DD9-3C9F-8564-B93B4315D1F2}"/>
              </a:ext>
            </a:extLst>
          </p:cNvPr>
          <p:cNvSpPr txBox="1"/>
          <p:nvPr/>
        </p:nvSpPr>
        <p:spPr>
          <a:xfrm>
            <a:off x="502920" y="593598"/>
            <a:ext cx="3947160" cy="400110"/>
          </a:xfrm>
          <a:prstGeom prst="rect">
            <a:avLst/>
          </a:prstGeom>
          <a:noFill/>
        </p:spPr>
        <p:txBody>
          <a:bodyPr wrap="square" anchor="t">
            <a:spAutoFit/>
          </a:bodyPr>
          <a:lstStyle/>
          <a:p>
            <a:pPr algn="l">
              <a:defRPr sz="1700" b="1">
                <a:solidFill>
                  <a:srgbClr val="24398A"/>
                </a:solidFill>
                <a:latin typeface="Montserrat"/>
              </a:defRPr>
            </a:pPr>
            <a:r>
              <a:rPr lang="es-MX" sz="2000" dirty="0"/>
              <a:t>RANGO INTERCUARTÍLICO</a:t>
            </a:r>
            <a:endParaRPr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3.2</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Varianza: dispersión basada en todos los datos</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417320"/>
            <a:ext cx="5303520" cy="114300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490472"/>
            <a:ext cx="4937759" cy="228600"/>
          </a:xfrm>
          <a:prstGeom prst="rect">
            <a:avLst/>
          </a:prstGeom>
          <a:noFill/>
        </p:spPr>
        <p:txBody>
          <a:bodyPr wrap="square" anchor="t">
            <a:spAutoFit/>
          </a:bodyPr>
          <a:lstStyle/>
          <a:p>
            <a:pPr algn="l">
              <a:defRPr sz="900" b="1">
                <a:solidFill>
                  <a:srgbClr val="EBA93B"/>
                </a:solidFill>
                <a:latin typeface="Montserrat"/>
              </a:defRPr>
            </a:pPr>
            <a:r>
              <a:t>POBLACIÓN</a:t>
            </a:r>
          </a:p>
        </p:txBody>
      </p:sp>
      <p:sp>
        <p:nvSpPr>
          <p:cNvPr id="11" name="TextBox 10"/>
          <p:cNvSpPr txBox="1"/>
          <p:nvPr/>
        </p:nvSpPr>
        <p:spPr>
          <a:xfrm>
            <a:off x="868680" y="1764792"/>
            <a:ext cx="4937759" cy="685799"/>
          </a:xfrm>
          <a:prstGeom prst="rect">
            <a:avLst/>
          </a:prstGeom>
          <a:noFill/>
        </p:spPr>
        <p:txBody>
          <a:bodyPr wrap="square" anchor="ctr">
            <a:spAutoFit/>
          </a:bodyPr>
          <a:lstStyle/>
          <a:p>
            <a:pPr algn="ctr">
              <a:defRPr sz="2200" b="1">
                <a:solidFill>
                  <a:srgbClr val="24398A"/>
                </a:solidFill>
                <a:latin typeface="Montserrat"/>
              </a:defRPr>
            </a:pPr>
            <a:r>
              <a:t>σ² = Σ(xᵢ − μ)² / N</a:t>
            </a:r>
          </a:p>
        </p:txBody>
      </p:sp>
      <p:sp>
        <p:nvSpPr>
          <p:cNvPr id="12" name="Rounded Rectangle 11"/>
          <p:cNvSpPr/>
          <p:nvPr/>
        </p:nvSpPr>
        <p:spPr>
          <a:xfrm>
            <a:off x="6217920" y="1417320"/>
            <a:ext cx="5303520" cy="114300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490472"/>
            <a:ext cx="4937759" cy="228600"/>
          </a:xfrm>
          <a:prstGeom prst="rect">
            <a:avLst/>
          </a:prstGeom>
          <a:noFill/>
        </p:spPr>
        <p:txBody>
          <a:bodyPr wrap="square" anchor="t">
            <a:spAutoFit/>
          </a:bodyPr>
          <a:lstStyle/>
          <a:p>
            <a:pPr algn="l">
              <a:defRPr sz="900" b="1">
                <a:solidFill>
                  <a:srgbClr val="EBA93B"/>
                </a:solidFill>
                <a:latin typeface="Montserrat"/>
              </a:defRPr>
            </a:pPr>
            <a:r>
              <a:t>MUESTRA</a:t>
            </a:r>
          </a:p>
        </p:txBody>
      </p:sp>
      <p:sp>
        <p:nvSpPr>
          <p:cNvPr id="14" name="TextBox 13"/>
          <p:cNvSpPr txBox="1"/>
          <p:nvPr/>
        </p:nvSpPr>
        <p:spPr>
          <a:xfrm>
            <a:off x="6400800" y="1764792"/>
            <a:ext cx="4937759" cy="685799"/>
          </a:xfrm>
          <a:prstGeom prst="rect">
            <a:avLst/>
          </a:prstGeom>
          <a:noFill/>
        </p:spPr>
        <p:txBody>
          <a:bodyPr wrap="square" anchor="ctr">
            <a:spAutoFit/>
          </a:bodyPr>
          <a:lstStyle/>
          <a:p>
            <a:pPr algn="ctr">
              <a:defRPr sz="2200" b="1">
                <a:solidFill>
                  <a:srgbClr val="24398A"/>
                </a:solidFill>
                <a:latin typeface="Montserrat"/>
              </a:defRPr>
            </a:pPr>
            <a:r>
              <a:t>s² = Σ(xᵢ − x̄)² / (n − 1)</a:t>
            </a:r>
          </a:p>
        </p:txBody>
      </p:sp>
      <p:sp>
        <p:nvSpPr>
          <p:cNvPr id="15" name="TextBox 14"/>
          <p:cNvSpPr txBox="1"/>
          <p:nvPr/>
        </p:nvSpPr>
        <p:spPr>
          <a:xfrm>
            <a:off x="777240" y="2926080"/>
            <a:ext cx="1645920" cy="320040"/>
          </a:xfrm>
          <a:prstGeom prst="rect">
            <a:avLst/>
          </a:prstGeom>
          <a:noFill/>
        </p:spPr>
        <p:txBody>
          <a:bodyPr wrap="square" anchor="t">
            <a:spAutoFit/>
          </a:bodyPr>
          <a:lstStyle/>
          <a:p>
            <a:pPr algn="l">
              <a:defRPr sz="1800" b="1">
                <a:solidFill>
                  <a:srgbClr val="24398A"/>
                </a:solidFill>
                <a:latin typeface="Montserrat"/>
              </a:defRPr>
            </a:pPr>
            <a:r>
              <a:t>La lógica</a:t>
            </a:r>
          </a:p>
        </p:txBody>
      </p:sp>
      <p:sp>
        <p:nvSpPr>
          <p:cNvPr id="16" name="TextBox 15"/>
          <p:cNvSpPr txBox="1"/>
          <p:nvPr/>
        </p:nvSpPr>
        <p:spPr>
          <a:xfrm>
            <a:off x="777240" y="3383280"/>
            <a:ext cx="6537960" cy="2231380"/>
          </a:xfrm>
          <a:prstGeom prst="rect">
            <a:avLst/>
          </a:prstGeom>
          <a:noFill/>
        </p:spPr>
        <p:txBody>
          <a:bodyPr wrap="square">
            <a:spAutoFit/>
          </a:bodyPr>
          <a:lstStyle/>
          <a:p>
            <a:pPr algn="just">
              <a:spcAft>
                <a:spcPts val="800"/>
              </a:spcAft>
              <a:defRPr sz="1600">
                <a:solidFill>
                  <a:srgbClr val="000000"/>
                </a:solidFill>
                <a:latin typeface="Montserrat"/>
              </a:defRPr>
            </a:pPr>
            <a:r>
              <a:rPr sz="1700" dirty="0" err="1"/>
              <a:t>Calcular</a:t>
            </a:r>
            <a:r>
              <a:rPr sz="1700" dirty="0"/>
              <a:t> la </a:t>
            </a:r>
            <a:r>
              <a:rPr sz="1700" dirty="0" err="1"/>
              <a:t>desviación</a:t>
            </a:r>
            <a:r>
              <a:rPr sz="1700" dirty="0"/>
              <a:t> de </a:t>
            </a:r>
            <a:r>
              <a:rPr sz="1700" dirty="0" err="1"/>
              <a:t>cada</a:t>
            </a:r>
            <a:r>
              <a:rPr sz="1700" dirty="0"/>
              <a:t> </a:t>
            </a:r>
            <a:r>
              <a:rPr sz="1700" dirty="0" err="1"/>
              <a:t>observación</a:t>
            </a:r>
            <a:r>
              <a:rPr sz="1700" dirty="0"/>
              <a:t> </a:t>
            </a:r>
            <a:r>
              <a:rPr sz="1700" dirty="0" err="1"/>
              <a:t>respecto</a:t>
            </a:r>
            <a:r>
              <a:rPr sz="1700" dirty="0"/>
              <a:t> de la media.</a:t>
            </a:r>
          </a:p>
          <a:p>
            <a:pPr algn="just">
              <a:spcAft>
                <a:spcPts val="800"/>
              </a:spcAft>
              <a:defRPr sz="1600">
                <a:solidFill>
                  <a:srgbClr val="000000"/>
                </a:solidFill>
                <a:latin typeface="Montserrat"/>
              </a:defRPr>
            </a:pPr>
            <a:r>
              <a:rPr sz="1700" dirty="0" err="1"/>
              <a:t>Elevar</a:t>
            </a:r>
            <a:r>
              <a:rPr sz="1700" dirty="0"/>
              <a:t> las </a:t>
            </a:r>
            <a:r>
              <a:rPr sz="1700" dirty="0" err="1"/>
              <a:t>desviaciones</a:t>
            </a:r>
            <a:r>
              <a:rPr sz="1700" dirty="0"/>
              <a:t> al </a:t>
            </a:r>
            <a:r>
              <a:rPr sz="1700" dirty="0" err="1"/>
              <a:t>cuadrado</a:t>
            </a:r>
            <a:r>
              <a:rPr sz="1700" dirty="0"/>
              <a:t> para </a:t>
            </a:r>
            <a:r>
              <a:rPr sz="1700" dirty="0" err="1"/>
              <a:t>evitar</a:t>
            </a:r>
            <a:r>
              <a:rPr sz="1700" dirty="0"/>
              <a:t> </a:t>
            </a:r>
            <a:r>
              <a:rPr sz="1700" dirty="0" err="1"/>
              <a:t>que</a:t>
            </a:r>
            <a:r>
              <a:rPr sz="1700" dirty="0"/>
              <a:t> se </a:t>
            </a:r>
            <a:r>
              <a:rPr sz="1700" dirty="0" err="1"/>
              <a:t>cancelen</a:t>
            </a:r>
            <a:r>
              <a:rPr sz="1700" dirty="0"/>
              <a:t>.</a:t>
            </a:r>
          </a:p>
          <a:p>
            <a:pPr algn="just">
              <a:spcAft>
                <a:spcPts val="800"/>
              </a:spcAft>
              <a:defRPr sz="1600">
                <a:solidFill>
                  <a:srgbClr val="000000"/>
                </a:solidFill>
                <a:latin typeface="Montserrat"/>
              </a:defRPr>
            </a:pPr>
            <a:r>
              <a:rPr sz="1700" dirty="0" err="1"/>
              <a:t>Promediar</a:t>
            </a:r>
            <a:r>
              <a:rPr sz="1700" dirty="0"/>
              <a:t> las </a:t>
            </a:r>
            <a:r>
              <a:rPr sz="1700" dirty="0" err="1"/>
              <a:t>desviaciones</a:t>
            </a:r>
            <a:r>
              <a:rPr sz="1700" dirty="0"/>
              <a:t> </a:t>
            </a:r>
            <a:r>
              <a:rPr sz="1700" dirty="0" err="1"/>
              <a:t>cuadradas</a:t>
            </a:r>
            <a:r>
              <a:rPr sz="1700" dirty="0"/>
              <a:t>; </a:t>
            </a:r>
            <a:r>
              <a:rPr sz="1700" dirty="0" err="1"/>
              <a:t>en</a:t>
            </a:r>
            <a:r>
              <a:rPr sz="1700" dirty="0"/>
              <a:t> la </a:t>
            </a:r>
            <a:r>
              <a:rPr sz="1700" dirty="0" err="1"/>
              <a:t>muestra</a:t>
            </a:r>
            <a:r>
              <a:rPr sz="1700" dirty="0"/>
              <a:t> se divide entre n−1.</a:t>
            </a:r>
          </a:p>
          <a:p>
            <a:pPr algn="just">
              <a:spcAft>
                <a:spcPts val="800"/>
              </a:spcAft>
              <a:defRPr sz="1600">
                <a:solidFill>
                  <a:srgbClr val="000000"/>
                </a:solidFill>
                <a:latin typeface="Montserrat"/>
              </a:defRPr>
            </a:pPr>
            <a:r>
              <a:rPr sz="1700" dirty="0"/>
              <a:t>La </a:t>
            </a:r>
            <a:r>
              <a:rPr sz="1700" dirty="0" err="1"/>
              <a:t>varianza</a:t>
            </a:r>
            <a:r>
              <a:rPr sz="1700" dirty="0"/>
              <a:t> </a:t>
            </a:r>
            <a:r>
              <a:rPr sz="1700" dirty="0" err="1"/>
              <a:t>queda</a:t>
            </a:r>
            <a:r>
              <a:rPr sz="1700" dirty="0"/>
              <a:t> </a:t>
            </a:r>
            <a:r>
              <a:rPr sz="1700" dirty="0" err="1"/>
              <a:t>expresada</a:t>
            </a:r>
            <a:r>
              <a:rPr sz="1700" dirty="0"/>
              <a:t> </a:t>
            </a:r>
            <a:r>
              <a:rPr sz="1700" dirty="0" err="1"/>
              <a:t>en</a:t>
            </a:r>
            <a:r>
              <a:rPr sz="1700" dirty="0"/>
              <a:t> </a:t>
            </a:r>
            <a:r>
              <a:rPr sz="1700" dirty="0" err="1"/>
              <a:t>unidades</a:t>
            </a:r>
            <a:r>
              <a:rPr sz="1700" dirty="0"/>
              <a:t> </a:t>
            </a:r>
            <a:r>
              <a:rPr sz="1700" dirty="0" err="1"/>
              <a:t>cuadradas</a:t>
            </a:r>
            <a:r>
              <a:rPr sz="1700" dirty="0"/>
              <a:t>.</a:t>
            </a:r>
          </a:p>
        </p:txBody>
      </p:sp>
      <p:sp>
        <p:nvSpPr>
          <p:cNvPr id="17" name="Rounded Rectangle 16"/>
          <p:cNvSpPr/>
          <p:nvPr/>
        </p:nvSpPr>
        <p:spPr>
          <a:xfrm>
            <a:off x="7619999" y="2971800"/>
            <a:ext cx="3840480" cy="214884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84591" y="3081528"/>
            <a:ext cx="3511296" cy="320040"/>
          </a:xfrm>
          <a:prstGeom prst="rect">
            <a:avLst/>
          </a:prstGeom>
          <a:noFill/>
        </p:spPr>
        <p:txBody>
          <a:bodyPr wrap="square" anchor="t">
            <a:spAutoFit/>
          </a:bodyPr>
          <a:lstStyle/>
          <a:p>
            <a:pPr algn="l">
              <a:defRPr sz="1600" b="1">
                <a:solidFill>
                  <a:srgbClr val="EBA93B"/>
                </a:solidFill>
                <a:latin typeface="Montserrat"/>
              </a:defRPr>
            </a:pPr>
            <a:r>
              <a:rPr dirty="0" err="1"/>
              <a:t>Ejemplo</a:t>
            </a:r>
            <a:endParaRPr dirty="0"/>
          </a:p>
        </p:txBody>
      </p:sp>
      <p:sp>
        <p:nvSpPr>
          <p:cNvPr id="19" name="TextBox 18"/>
          <p:cNvSpPr txBox="1"/>
          <p:nvPr/>
        </p:nvSpPr>
        <p:spPr>
          <a:xfrm>
            <a:off x="7784591" y="3474720"/>
            <a:ext cx="3511296" cy="1554480"/>
          </a:xfrm>
          <a:prstGeom prst="rect">
            <a:avLst/>
          </a:prstGeom>
          <a:noFill/>
        </p:spPr>
        <p:txBody>
          <a:bodyPr wrap="square" anchor="t">
            <a:spAutoFit/>
          </a:bodyPr>
          <a:lstStyle/>
          <a:p>
            <a:pPr algn="l">
              <a:defRPr sz="1500" b="0">
                <a:solidFill>
                  <a:srgbClr val="5A5F69"/>
                </a:solidFill>
                <a:latin typeface="Montserrat"/>
              </a:defRPr>
            </a:pPr>
            <a:r>
              <a:rPr dirty="0" err="1"/>
              <a:t>Tamaños</a:t>
            </a:r>
            <a:r>
              <a:rPr dirty="0"/>
              <a:t> de </a:t>
            </a:r>
            <a:r>
              <a:rPr dirty="0" err="1"/>
              <a:t>grupo</a:t>
            </a:r>
            <a:r>
              <a:rPr dirty="0"/>
              <a:t>: Σ(xᵢ−x̄)² = 256</a:t>
            </a:r>
            <a:br>
              <a:rPr dirty="0"/>
            </a:br>
            <a:r>
              <a:rPr dirty="0"/>
              <a:t>n−1 = 4</a:t>
            </a:r>
            <a:br>
              <a:rPr dirty="0"/>
            </a:br>
            <a:r>
              <a:rPr dirty="0"/>
              <a:t>s² = 256/4 = 64</a:t>
            </a:r>
            <a:br>
              <a:rPr dirty="0"/>
            </a:br>
            <a:br>
              <a:rPr dirty="0"/>
            </a:br>
            <a:r>
              <a:rPr dirty="0"/>
              <a:t>Mayor </a:t>
            </a:r>
            <a:r>
              <a:rPr dirty="0" err="1"/>
              <a:t>varianza</a:t>
            </a:r>
            <a:r>
              <a:rPr dirty="0"/>
              <a:t> → mayor </a:t>
            </a:r>
            <a:r>
              <a:rPr dirty="0" err="1"/>
              <a:t>variabilidad</a:t>
            </a:r>
            <a:r>
              <a:rPr dirty="0"/>
              <a:t>.</a:t>
            </a:r>
          </a:p>
        </p:txBody>
      </p:sp>
      <p:sp>
        <p:nvSpPr>
          <p:cNvPr id="21" name="TextBox 20">
            <a:extLst>
              <a:ext uri="{FF2B5EF4-FFF2-40B4-BE49-F238E27FC236}">
                <a16:creationId xmlns:a16="http://schemas.microsoft.com/office/drawing/2014/main" id="{86075F8D-58DD-2921-2BD4-E94A274188FA}"/>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20" name="TextBox 19">
            <a:extLst>
              <a:ext uri="{FF2B5EF4-FFF2-40B4-BE49-F238E27FC236}">
                <a16:creationId xmlns:a16="http://schemas.microsoft.com/office/drawing/2014/main" id="{DB408FF1-E7A6-C5B1-20AC-A98734AFF08D}"/>
              </a:ext>
            </a:extLst>
          </p:cNvPr>
          <p:cNvSpPr txBox="1"/>
          <p:nvPr/>
        </p:nvSpPr>
        <p:spPr>
          <a:xfrm>
            <a:off x="502920" y="59359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VARIANZA</a:t>
            </a:r>
            <a:endParaRPr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3.2</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Desviación estándar y coeficiente de variación</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417320"/>
            <a:ext cx="521208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490472"/>
            <a:ext cx="4846320" cy="228600"/>
          </a:xfrm>
          <a:prstGeom prst="rect">
            <a:avLst/>
          </a:prstGeom>
          <a:noFill/>
        </p:spPr>
        <p:txBody>
          <a:bodyPr wrap="square" anchor="t">
            <a:spAutoFit/>
          </a:bodyPr>
          <a:lstStyle/>
          <a:p>
            <a:pPr algn="l">
              <a:defRPr sz="900" b="1">
                <a:solidFill>
                  <a:srgbClr val="EBA93B"/>
                </a:solidFill>
                <a:latin typeface="Montserrat"/>
              </a:defRPr>
            </a:pPr>
            <a:r>
              <a:t>DESVIACIÓN ESTÁNDAR</a:t>
            </a:r>
          </a:p>
        </p:txBody>
      </p:sp>
      <p:sp>
        <p:nvSpPr>
          <p:cNvPr id="11" name="TextBox 10"/>
          <p:cNvSpPr txBox="1"/>
          <p:nvPr/>
        </p:nvSpPr>
        <p:spPr>
          <a:xfrm>
            <a:off x="868680" y="1764792"/>
            <a:ext cx="4846320" cy="548640"/>
          </a:xfrm>
          <a:prstGeom prst="rect">
            <a:avLst/>
          </a:prstGeom>
          <a:noFill/>
        </p:spPr>
        <p:txBody>
          <a:bodyPr wrap="square" anchor="ctr">
            <a:spAutoFit/>
          </a:bodyPr>
          <a:lstStyle/>
          <a:p>
            <a:pPr algn="ctr">
              <a:defRPr sz="2400" b="1">
                <a:solidFill>
                  <a:srgbClr val="24398A"/>
                </a:solidFill>
                <a:latin typeface="Montserrat"/>
              </a:defRPr>
            </a:pPr>
            <a:r>
              <a:t>s = √s²     |     σ = √σ²</a:t>
            </a:r>
          </a:p>
        </p:txBody>
      </p:sp>
      <p:sp>
        <p:nvSpPr>
          <p:cNvPr id="12" name="Rounded Rectangle 11"/>
          <p:cNvSpPr/>
          <p:nvPr/>
        </p:nvSpPr>
        <p:spPr>
          <a:xfrm>
            <a:off x="6263640" y="1417320"/>
            <a:ext cx="521208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490472"/>
            <a:ext cx="4846320" cy="228600"/>
          </a:xfrm>
          <a:prstGeom prst="rect">
            <a:avLst/>
          </a:prstGeom>
          <a:noFill/>
        </p:spPr>
        <p:txBody>
          <a:bodyPr wrap="square" anchor="t">
            <a:spAutoFit/>
          </a:bodyPr>
          <a:lstStyle/>
          <a:p>
            <a:pPr algn="l">
              <a:defRPr sz="900" b="1">
                <a:solidFill>
                  <a:srgbClr val="EBA93B"/>
                </a:solidFill>
                <a:latin typeface="Montserrat"/>
              </a:defRPr>
            </a:pPr>
            <a:r>
              <a:t>COEFICIENTE DE VARIACIÓN</a:t>
            </a:r>
          </a:p>
        </p:txBody>
      </p:sp>
      <p:sp>
        <p:nvSpPr>
          <p:cNvPr id="14" name="TextBox 13"/>
          <p:cNvSpPr txBox="1"/>
          <p:nvPr/>
        </p:nvSpPr>
        <p:spPr>
          <a:xfrm>
            <a:off x="6446520" y="1764792"/>
            <a:ext cx="4846320" cy="548640"/>
          </a:xfrm>
          <a:prstGeom prst="rect">
            <a:avLst/>
          </a:prstGeom>
          <a:noFill/>
        </p:spPr>
        <p:txBody>
          <a:bodyPr wrap="square" anchor="ctr">
            <a:spAutoFit/>
          </a:bodyPr>
          <a:lstStyle/>
          <a:p>
            <a:pPr algn="ctr">
              <a:defRPr sz="2000" b="1">
                <a:solidFill>
                  <a:srgbClr val="24398A"/>
                </a:solidFill>
                <a:latin typeface="Montserrat"/>
              </a:defRPr>
            </a:pPr>
            <a:r>
              <a:t>CV = (desviación estándar / media) × 100%</a:t>
            </a:r>
          </a:p>
        </p:txBody>
      </p:sp>
      <p:sp>
        <p:nvSpPr>
          <p:cNvPr id="15" name="Rounded Rectangle 14"/>
          <p:cNvSpPr/>
          <p:nvPr/>
        </p:nvSpPr>
        <p:spPr>
          <a:xfrm>
            <a:off x="731520" y="2880360"/>
            <a:ext cx="5074920" cy="201168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2990088"/>
            <a:ext cx="4745736" cy="320040"/>
          </a:xfrm>
          <a:prstGeom prst="rect">
            <a:avLst/>
          </a:prstGeom>
          <a:noFill/>
        </p:spPr>
        <p:txBody>
          <a:bodyPr wrap="square" anchor="t">
            <a:spAutoFit/>
          </a:bodyPr>
          <a:lstStyle/>
          <a:p>
            <a:pPr algn="l">
              <a:defRPr sz="1600" b="1">
                <a:solidFill>
                  <a:srgbClr val="24398A"/>
                </a:solidFill>
                <a:latin typeface="Montserrat"/>
              </a:defRPr>
            </a:pPr>
            <a:r>
              <a:t>Interpretación de s</a:t>
            </a:r>
          </a:p>
        </p:txBody>
      </p:sp>
      <p:sp>
        <p:nvSpPr>
          <p:cNvPr id="17" name="TextBox 16"/>
          <p:cNvSpPr txBox="1"/>
          <p:nvPr/>
        </p:nvSpPr>
        <p:spPr>
          <a:xfrm>
            <a:off x="896112" y="3383280"/>
            <a:ext cx="4745736" cy="1138773"/>
          </a:xfrm>
          <a:prstGeom prst="rect">
            <a:avLst/>
          </a:prstGeom>
          <a:noFill/>
        </p:spPr>
        <p:txBody>
          <a:bodyPr wrap="square" anchor="t">
            <a:spAutoFit/>
          </a:bodyPr>
          <a:lstStyle/>
          <a:p>
            <a:pPr algn="just">
              <a:defRPr sz="1500" b="0">
                <a:solidFill>
                  <a:srgbClr val="5A5F69"/>
                </a:solidFill>
                <a:latin typeface="Montserrat"/>
              </a:defRPr>
            </a:pPr>
            <a:r>
              <a:rPr sz="1700" dirty="0" err="1"/>
              <a:t>Está</a:t>
            </a:r>
            <a:r>
              <a:rPr sz="1700" dirty="0"/>
              <a:t> </a:t>
            </a:r>
            <a:r>
              <a:rPr sz="1700" dirty="0" err="1"/>
              <a:t>en</a:t>
            </a:r>
            <a:r>
              <a:rPr sz="1700" dirty="0"/>
              <a:t> las </a:t>
            </a:r>
            <a:r>
              <a:rPr sz="1700" dirty="0" err="1"/>
              <a:t>mismas</a:t>
            </a:r>
            <a:r>
              <a:rPr sz="1700" dirty="0"/>
              <a:t> </a:t>
            </a:r>
            <a:r>
              <a:rPr sz="1700" dirty="0" err="1"/>
              <a:t>unidades</a:t>
            </a:r>
            <a:r>
              <a:rPr sz="1700" dirty="0"/>
              <a:t> </a:t>
            </a:r>
            <a:r>
              <a:rPr sz="1700" dirty="0" err="1"/>
              <a:t>que</a:t>
            </a:r>
            <a:r>
              <a:rPr sz="1700" dirty="0"/>
              <a:t> </a:t>
            </a:r>
            <a:r>
              <a:rPr sz="1700" dirty="0" err="1"/>
              <a:t>los</a:t>
            </a:r>
            <a:r>
              <a:rPr sz="1700" dirty="0"/>
              <a:t> </a:t>
            </a:r>
            <a:r>
              <a:rPr sz="1700" dirty="0" err="1"/>
              <a:t>datos</a:t>
            </a:r>
            <a:r>
              <a:rPr sz="1700" dirty="0"/>
              <a:t>. Para </a:t>
            </a:r>
            <a:r>
              <a:rPr sz="1700" dirty="0" err="1"/>
              <a:t>los</a:t>
            </a:r>
            <a:r>
              <a:rPr sz="1700" dirty="0"/>
              <a:t> </a:t>
            </a:r>
            <a:r>
              <a:rPr sz="1700" dirty="0" err="1"/>
              <a:t>sueldos</a:t>
            </a:r>
            <a:r>
              <a:rPr sz="1700" dirty="0"/>
              <a:t>: s = $165.65, lo </a:t>
            </a:r>
            <a:r>
              <a:rPr sz="1700" dirty="0" err="1"/>
              <a:t>que</a:t>
            </a:r>
            <a:r>
              <a:rPr sz="1700" dirty="0"/>
              <a:t> </a:t>
            </a:r>
            <a:r>
              <a:rPr sz="1700" dirty="0" err="1"/>
              <a:t>facilita</a:t>
            </a:r>
            <a:r>
              <a:rPr sz="1700" dirty="0"/>
              <a:t> </a:t>
            </a:r>
            <a:r>
              <a:rPr sz="1700" dirty="0" err="1"/>
              <a:t>su</a:t>
            </a:r>
            <a:r>
              <a:rPr sz="1700" dirty="0"/>
              <a:t> </a:t>
            </a:r>
            <a:r>
              <a:rPr sz="1700" dirty="0" err="1"/>
              <a:t>comparación</a:t>
            </a:r>
            <a:r>
              <a:rPr sz="1700" dirty="0"/>
              <a:t> con la media ($3</a:t>
            </a:r>
            <a:r>
              <a:rPr lang="es-MX" sz="1700" dirty="0"/>
              <a:t>,</a:t>
            </a:r>
            <a:r>
              <a:rPr sz="1700" dirty="0"/>
              <a:t>540).</a:t>
            </a:r>
          </a:p>
        </p:txBody>
      </p:sp>
      <p:sp>
        <p:nvSpPr>
          <p:cNvPr id="18" name="Rounded Rectangle 17"/>
          <p:cNvSpPr/>
          <p:nvPr/>
        </p:nvSpPr>
        <p:spPr>
          <a:xfrm>
            <a:off x="6309360" y="2880360"/>
            <a:ext cx="5074920" cy="201168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2" y="2990088"/>
            <a:ext cx="4745736" cy="320040"/>
          </a:xfrm>
          <a:prstGeom prst="rect">
            <a:avLst/>
          </a:prstGeom>
          <a:noFill/>
        </p:spPr>
        <p:txBody>
          <a:bodyPr wrap="square" anchor="t">
            <a:spAutoFit/>
          </a:bodyPr>
          <a:lstStyle/>
          <a:p>
            <a:pPr algn="l">
              <a:defRPr sz="1600" b="1">
                <a:solidFill>
                  <a:srgbClr val="E1B73D"/>
                </a:solidFill>
                <a:latin typeface="Montserrat"/>
              </a:defRPr>
            </a:pPr>
            <a:r>
              <a:t>Interpretación de CV</a:t>
            </a:r>
          </a:p>
        </p:txBody>
      </p:sp>
      <p:sp>
        <p:nvSpPr>
          <p:cNvPr id="20" name="TextBox 19"/>
          <p:cNvSpPr txBox="1"/>
          <p:nvPr/>
        </p:nvSpPr>
        <p:spPr>
          <a:xfrm>
            <a:off x="6473952" y="3383280"/>
            <a:ext cx="4745736" cy="1138773"/>
          </a:xfrm>
          <a:prstGeom prst="rect">
            <a:avLst/>
          </a:prstGeom>
          <a:noFill/>
        </p:spPr>
        <p:txBody>
          <a:bodyPr wrap="square" anchor="t">
            <a:spAutoFit/>
          </a:bodyPr>
          <a:lstStyle/>
          <a:p>
            <a:pPr algn="just">
              <a:defRPr sz="1500" b="0">
                <a:solidFill>
                  <a:srgbClr val="5A5F69"/>
                </a:solidFill>
                <a:latin typeface="Montserrat"/>
              </a:defRPr>
            </a:pPr>
            <a:r>
              <a:rPr sz="1700" dirty="0"/>
              <a:t>Es </a:t>
            </a:r>
            <a:r>
              <a:rPr sz="1700" dirty="0" err="1"/>
              <a:t>una</a:t>
            </a:r>
            <a:r>
              <a:rPr sz="1700" dirty="0"/>
              <a:t> </a:t>
            </a:r>
            <a:r>
              <a:rPr sz="1700" dirty="0" err="1"/>
              <a:t>medida</a:t>
            </a:r>
            <a:r>
              <a:rPr sz="1700" dirty="0"/>
              <a:t> </a:t>
            </a:r>
            <a:r>
              <a:rPr sz="1700" dirty="0" err="1"/>
              <a:t>relativa</a:t>
            </a:r>
            <a:r>
              <a:rPr sz="1700" dirty="0"/>
              <a:t>. </a:t>
            </a:r>
            <a:r>
              <a:rPr sz="1700" dirty="0" err="1"/>
              <a:t>Tamaños</a:t>
            </a:r>
            <a:r>
              <a:rPr sz="1700" dirty="0"/>
              <a:t> de </a:t>
            </a:r>
            <a:r>
              <a:rPr sz="1700" dirty="0" err="1"/>
              <a:t>grupo</a:t>
            </a:r>
            <a:r>
              <a:rPr sz="1700" dirty="0"/>
              <a:t>: 18.2%. </a:t>
            </a:r>
            <a:r>
              <a:rPr sz="1700" dirty="0" err="1"/>
              <a:t>Sueldos</a:t>
            </a:r>
            <a:r>
              <a:rPr sz="1700" dirty="0"/>
              <a:t>: 4.7%. Es </a:t>
            </a:r>
            <a:r>
              <a:rPr sz="1700" dirty="0" err="1"/>
              <a:t>útil</a:t>
            </a:r>
            <a:r>
              <a:rPr sz="1700" dirty="0"/>
              <a:t> </a:t>
            </a:r>
            <a:r>
              <a:rPr sz="1700" dirty="0" err="1"/>
              <a:t>cuando</a:t>
            </a:r>
            <a:r>
              <a:rPr sz="1700" dirty="0"/>
              <a:t> las medias y </a:t>
            </a:r>
            <a:r>
              <a:rPr sz="1700" dirty="0" err="1"/>
              <a:t>desviaciones</a:t>
            </a:r>
            <a:r>
              <a:rPr sz="1700" dirty="0"/>
              <a:t> </a:t>
            </a:r>
            <a:r>
              <a:rPr sz="1700" dirty="0" err="1"/>
              <a:t>estándar</a:t>
            </a:r>
            <a:r>
              <a:rPr sz="1700" dirty="0"/>
              <a:t> </a:t>
            </a:r>
            <a:r>
              <a:rPr sz="1700" dirty="0" err="1"/>
              <a:t>están</a:t>
            </a:r>
            <a:r>
              <a:rPr sz="1700" dirty="0"/>
              <a:t> </a:t>
            </a:r>
            <a:r>
              <a:rPr sz="1700" dirty="0" err="1"/>
              <a:t>en</a:t>
            </a:r>
            <a:r>
              <a:rPr sz="1700" dirty="0"/>
              <a:t> </a:t>
            </a:r>
            <a:r>
              <a:rPr sz="1700" dirty="0" err="1"/>
              <a:t>escalas</a:t>
            </a:r>
            <a:r>
              <a:rPr sz="1700" dirty="0"/>
              <a:t> </a:t>
            </a:r>
            <a:r>
              <a:rPr sz="1700" dirty="0" err="1"/>
              <a:t>distintas</a:t>
            </a:r>
            <a:r>
              <a:rPr sz="1700" dirty="0"/>
              <a:t>.</a:t>
            </a:r>
          </a:p>
        </p:txBody>
      </p:sp>
      <p:sp>
        <p:nvSpPr>
          <p:cNvPr id="21" name="TextBox 20"/>
          <p:cNvSpPr txBox="1"/>
          <p:nvPr/>
        </p:nvSpPr>
        <p:spPr>
          <a:xfrm>
            <a:off x="914400" y="5394960"/>
            <a:ext cx="10149840" cy="457200"/>
          </a:xfrm>
          <a:prstGeom prst="rect">
            <a:avLst/>
          </a:prstGeom>
          <a:noFill/>
        </p:spPr>
        <p:txBody>
          <a:bodyPr wrap="square" anchor="t">
            <a:spAutoFit/>
          </a:bodyPr>
          <a:lstStyle/>
          <a:p>
            <a:pPr algn="ctr">
              <a:defRPr sz="1700" b="1">
                <a:solidFill>
                  <a:srgbClr val="EBA93B"/>
                </a:solidFill>
                <a:latin typeface="Montserrat"/>
              </a:defRPr>
            </a:pPr>
            <a:r>
              <a:t>Regla práctica del capítulo: menor CV → menor variabilidad relativa.</a:t>
            </a:r>
          </a:p>
        </p:txBody>
      </p:sp>
      <p:sp>
        <p:nvSpPr>
          <p:cNvPr id="23" name="TextBox 22">
            <a:extLst>
              <a:ext uri="{FF2B5EF4-FFF2-40B4-BE49-F238E27FC236}">
                <a16:creationId xmlns:a16="http://schemas.microsoft.com/office/drawing/2014/main" id="{4F6011CE-7B20-E5B6-7E1F-BD4262A0A098}"/>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22" name="TextBox 21">
            <a:extLst>
              <a:ext uri="{FF2B5EF4-FFF2-40B4-BE49-F238E27FC236}">
                <a16:creationId xmlns:a16="http://schemas.microsoft.com/office/drawing/2014/main" id="{085C0755-E60F-C227-F40E-47BF86C5A82F}"/>
              </a:ext>
            </a:extLst>
          </p:cNvPr>
          <p:cNvSpPr txBox="1"/>
          <p:nvPr/>
        </p:nvSpPr>
        <p:spPr>
          <a:xfrm>
            <a:off x="502920" y="593598"/>
            <a:ext cx="7858760" cy="400110"/>
          </a:xfrm>
          <a:prstGeom prst="rect">
            <a:avLst/>
          </a:prstGeom>
          <a:noFill/>
        </p:spPr>
        <p:txBody>
          <a:bodyPr wrap="square" anchor="t">
            <a:spAutoFit/>
          </a:bodyPr>
          <a:lstStyle/>
          <a:p>
            <a:pPr algn="l">
              <a:defRPr sz="1700" b="1">
                <a:solidFill>
                  <a:srgbClr val="24398A"/>
                </a:solidFill>
                <a:latin typeface="Montserrat"/>
              </a:defRPr>
            </a:pPr>
            <a:r>
              <a:rPr lang="es-MX" sz="2000" dirty="0"/>
              <a:t>DESVIACIÓN ESTÁNDAR / COEFICIENTE DE VARIACIÓN</a:t>
            </a:r>
            <a:endParaRPr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3.2</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Comparación empresarial: variabilidad en tiempos de entrega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extLst>
              <p:ext uri="{D42A27DB-BD31-4B8C-83A1-F6EECF244321}">
                <p14:modId xmlns:p14="http://schemas.microsoft.com/office/powerpoint/2010/main" val="3699533927"/>
              </p:ext>
            </p:extLst>
          </p:nvPr>
        </p:nvGraphicFramePr>
        <p:xfrm>
          <a:off x="685800" y="1417320"/>
          <a:ext cx="6766560" cy="4297680"/>
        </p:xfrm>
        <a:graphic>
          <a:graphicData uri="http://schemas.openxmlformats.org/drawingml/2006/chart">
            <c:chart xmlns:c="http://schemas.openxmlformats.org/drawingml/2006/chart" xmlns:r="http://schemas.openxmlformats.org/officeDocument/2006/relationships" r:id="rId2"/>
          </a:graphicData>
        </a:graphic>
      </p:graphicFrame>
      <p:sp>
        <p:nvSpPr>
          <p:cNvPr id="10" name="Rounded Rectangle 9"/>
          <p:cNvSpPr/>
          <p:nvPr/>
        </p:nvSpPr>
        <p:spPr>
          <a:xfrm>
            <a:off x="7818120" y="1417320"/>
            <a:ext cx="3611880" cy="132588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82712" y="1527048"/>
            <a:ext cx="3282696" cy="320040"/>
          </a:xfrm>
          <a:prstGeom prst="rect">
            <a:avLst/>
          </a:prstGeom>
          <a:noFill/>
        </p:spPr>
        <p:txBody>
          <a:bodyPr wrap="square" anchor="t">
            <a:spAutoFit/>
          </a:bodyPr>
          <a:lstStyle/>
          <a:p>
            <a:pPr algn="l">
              <a:defRPr sz="1600" b="1">
                <a:solidFill>
                  <a:srgbClr val="5CA847"/>
                </a:solidFill>
                <a:latin typeface="Montserrat"/>
              </a:defRPr>
            </a:pPr>
            <a:r>
              <a:t>Dawson</a:t>
            </a:r>
          </a:p>
        </p:txBody>
      </p:sp>
      <p:sp>
        <p:nvSpPr>
          <p:cNvPr id="12" name="TextBox 11"/>
          <p:cNvSpPr txBox="1"/>
          <p:nvPr/>
        </p:nvSpPr>
        <p:spPr>
          <a:xfrm>
            <a:off x="7982712" y="1920240"/>
            <a:ext cx="3282696" cy="731519"/>
          </a:xfrm>
          <a:prstGeom prst="rect">
            <a:avLst/>
          </a:prstGeom>
          <a:noFill/>
        </p:spPr>
        <p:txBody>
          <a:bodyPr wrap="square" anchor="t">
            <a:spAutoFit/>
          </a:bodyPr>
          <a:lstStyle/>
          <a:p>
            <a:pPr algn="l">
              <a:defRPr sz="1400" b="0">
                <a:solidFill>
                  <a:srgbClr val="5A5F69"/>
                </a:solidFill>
                <a:latin typeface="Montserrat"/>
              </a:defRPr>
            </a:pPr>
            <a:r>
              <a:t>Rango = 2 días</a:t>
            </a:r>
            <a:br/>
            <a:r>
              <a:t>Menor dispersión → mayor consistencia</a:t>
            </a:r>
          </a:p>
        </p:txBody>
      </p:sp>
      <p:sp>
        <p:nvSpPr>
          <p:cNvPr id="13" name="Rounded Rectangle 12"/>
          <p:cNvSpPr/>
          <p:nvPr/>
        </p:nvSpPr>
        <p:spPr>
          <a:xfrm>
            <a:off x="7818120" y="2971800"/>
            <a:ext cx="3611880" cy="1325880"/>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82712" y="3081528"/>
            <a:ext cx="3282696" cy="320040"/>
          </a:xfrm>
          <a:prstGeom prst="rect">
            <a:avLst/>
          </a:prstGeom>
          <a:noFill/>
        </p:spPr>
        <p:txBody>
          <a:bodyPr wrap="square" anchor="t">
            <a:spAutoFit/>
          </a:bodyPr>
          <a:lstStyle/>
          <a:p>
            <a:pPr algn="l">
              <a:defRPr sz="1600" b="1">
                <a:solidFill>
                  <a:srgbClr val="D5433C"/>
                </a:solidFill>
                <a:latin typeface="Montserrat"/>
              </a:defRPr>
            </a:pPr>
            <a:r>
              <a:t>J.C. Clark</a:t>
            </a:r>
          </a:p>
        </p:txBody>
      </p:sp>
      <p:sp>
        <p:nvSpPr>
          <p:cNvPr id="15" name="TextBox 14"/>
          <p:cNvSpPr txBox="1"/>
          <p:nvPr/>
        </p:nvSpPr>
        <p:spPr>
          <a:xfrm>
            <a:off x="7982712" y="3474720"/>
            <a:ext cx="3282696" cy="731519"/>
          </a:xfrm>
          <a:prstGeom prst="rect">
            <a:avLst/>
          </a:prstGeom>
          <a:noFill/>
        </p:spPr>
        <p:txBody>
          <a:bodyPr wrap="square" anchor="t">
            <a:spAutoFit/>
          </a:bodyPr>
          <a:lstStyle/>
          <a:p>
            <a:pPr algn="l">
              <a:defRPr sz="1400" b="0">
                <a:solidFill>
                  <a:srgbClr val="5A5F69"/>
                </a:solidFill>
                <a:latin typeface="Montserrat"/>
              </a:defRPr>
            </a:pPr>
            <a:r>
              <a:t>Rango = 8 días</a:t>
            </a:r>
            <a:br/>
            <a:r>
              <a:t>Mayor dispersión → más incertidumbre</a:t>
            </a:r>
          </a:p>
        </p:txBody>
      </p:sp>
      <p:sp>
        <p:nvSpPr>
          <p:cNvPr id="16" name="TextBox 15"/>
          <p:cNvSpPr txBox="1"/>
          <p:nvPr/>
        </p:nvSpPr>
        <p:spPr>
          <a:xfrm>
            <a:off x="7818120" y="4709160"/>
            <a:ext cx="3611880" cy="914400"/>
          </a:xfrm>
          <a:prstGeom prst="rect">
            <a:avLst/>
          </a:prstGeom>
          <a:noFill/>
        </p:spPr>
        <p:txBody>
          <a:bodyPr wrap="square" anchor="t">
            <a:spAutoFit/>
          </a:bodyPr>
          <a:lstStyle/>
          <a:p>
            <a:pPr algn="ctr">
              <a:defRPr sz="1500" b="1">
                <a:solidFill>
                  <a:srgbClr val="5A5F69"/>
                </a:solidFill>
                <a:latin typeface="Montserrat"/>
              </a:defRPr>
            </a:pPr>
            <a:r>
              <a:t>El capítulo enfatiza que una media idéntica no implica igual confiabilidad.</a:t>
            </a:r>
          </a:p>
        </p:txBody>
      </p:sp>
      <p:sp>
        <p:nvSpPr>
          <p:cNvPr id="18" name="TextBox 17">
            <a:extLst>
              <a:ext uri="{FF2B5EF4-FFF2-40B4-BE49-F238E27FC236}">
                <a16:creationId xmlns:a16="http://schemas.microsoft.com/office/drawing/2014/main" id="{8C23862A-0D62-E6F4-F3C0-201C04808022}"/>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F4B7F-6AD7-46D4-1815-5857C77C2D3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6BC4313-C60B-CA06-F3AC-0456F39DDB02}"/>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7E51B45-CC99-58F7-7811-C620F24BC494}"/>
              </a:ext>
            </a:extLst>
          </p:cNvPr>
          <p:cNvSpPr txBox="1"/>
          <p:nvPr/>
        </p:nvSpPr>
        <p:spPr>
          <a:xfrm>
            <a:off x="502920" y="228600"/>
            <a:ext cx="369012" cy="246221"/>
          </a:xfrm>
          <a:prstGeom prst="rect">
            <a:avLst/>
          </a:prstGeom>
          <a:noFill/>
        </p:spPr>
        <p:txBody>
          <a:bodyPr wrap="none">
            <a:spAutoFit/>
          </a:bodyPr>
          <a:lstStyle/>
          <a:p>
            <a:pPr>
              <a:defRPr sz="1000" b="1">
                <a:solidFill>
                  <a:srgbClr val="EBA93B"/>
                </a:solidFill>
                <a:latin typeface="Montserrat"/>
              </a:defRPr>
            </a:pPr>
            <a:r>
              <a:rPr dirty="0"/>
              <a:t>3.</a:t>
            </a:r>
            <a:r>
              <a:rPr lang="es-MX" dirty="0"/>
              <a:t>2</a:t>
            </a:r>
            <a:endParaRPr dirty="0"/>
          </a:p>
        </p:txBody>
      </p:sp>
      <p:sp>
        <p:nvSpPr>
          <p:cNvPr id="5" name="TextBox 4">
            <a:extLst>
              <a:ext uri="{FF2B5EF4-FFF2-40B4-BE49-F238E27FC236}">
                <a16:creationId xmlns:a16="http://schemas.microsoft.com/office/drawing/2014/main" id="{DB141CAE-6BF4-E449-A611-F252E510D01D}"/>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a:extLst>
              <a:ext uri="{FF2B5EF4-FFF2-40B4-BE49-F238E27FC236}">
                <a16:creationId xmlns:a16="http://schemas.microsoft.com/office/drawing/2014/main" id="{F03A7EA9-C4B3-A206-8B1B-0DEBA0EAA41F}"/>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8CC16198-8DA1-52F1-76DD-7B7491B8DAE0}"/>
              </a:ext>
            </a:extLst>
          </p:cNvPr>
          <p:cNvSpPr txBox="1"/>
          <p:nvPr/>
        </p:nvSpPr>
        <p:spPr>
          <a:xfrm>
            <a:off x="533398" y="746760"/>
            <a:ext cx="3520441" cy="369332"/>
          </a:xfrm>
          <a:prstGeom prst="rect">
            <a:avLst/>
          </a:prstGeom>
          <a:noFill/>
        </p:spPr>
        <p:txBody>
          <a:bodyPr wrap="square" anchor="t">
            <a:spAutoFit/>
          </a:bodyPr>
          <a:lstStyle/>
          <a:p>
            <a:pPr algn="l">
              <a:defRPr sz="1800" b="1">
                <a:solidFill>
                  <a:srgbClr val="24398A"/>
                </a:solidFill>
                <a:latin typeface="Montserrat"/>
              </a:defRPr>
            </a:pPr>
            <a:r>
              <a:rPr lang="es-MX" dirty="0"/>
              <a:t>Ejercicio </a:t>
            </a:r>
            <a:r>
              <a:rPr lang="es-MX" dirty="0" err="1"/>
              <a:t>BackToSchool</a:t>
            </a:r>
            <a:endParaRPr dirty="0"/>
          </a:p>
        </p:txBody>
      </p:sp>
      <p:sp>
        <p:nvSpPr>
          <p:cNvPr id="10" name="TextBox 9">
            <a:extLst>
              <a:ext uri="{FF2B5EF4-FFF2-40B4-BE49-F238E27FC236}">
                <a16:creationId xmlns:a16="http://schemas.microsoft.com/office/drawing/2014/main" id="{64EB1A24-47C6-E387-486B-9924C92B4A9C}"/>
              </a:ext>
            </a:extLst>
          </p:cNvPr>
          <p:cNvSpPr txBox="1"/>
          <p:nvPr/>
        </p:nvSpPr>
        <p:spPr>
          <a:xfrm>
            <a:off x="640080" y="1429020"/>
            <a:ext cx="10972800" cy="4493538"/>
          </a:xfrm>
          <a:prstGeom prst="rect">
            <a:avLst/>
          </a:prstGeom>
          <a:noFill/>
        </p:spPr>
        <p:txBody>
          <a:bodyPr wrap="square">
            <a:spAutoFit/>
          </a:bodyPr>
          <a:lstStyle/>
          <a:p>
            <a:pPr algn="just"/>
            <a:r>
              <a:rPr lang="es-MX" sz="2200" dirty="0">
                <a:latin typeface="Montserrat" panose="00000500000000000000" pitchFamily="2" charset="0"/>
              </a:rPr>
              <a:t>La Federación Nacional de Minoristas informó que los estudiantes universitarios de primer año gastan más en artículos de regreso a clases que cualquier otro grupo universitario (</a:t>
            </a:r>
            <a:r>
              <a:rPr lang="es-MX" sz="2200" i="1" dirty="0">
                <a:latin typeface="Montserrat" panose="00000500000000000000" pitchFamily="2" charset="0"/>
              </a:rPr>
              <a:t>USA Today, </a:t>
            </a:r>
            <a:r>
              <a:rPr lang="es-MX" sz="2200" dirty="0">
                <a:latin typeface="Montserrat" panose="00000500000000000000" pitchFamily="2" charset="0"/>
              </a:rPr>
              <a:t>4 de agosto de 2006). El archivo </a:t>
            </a:r>
            <a:r>
              <a:rPr lang="es-MX" sz="2200" dirty="0" err="1">
                <a:latin typeface="Montserrat" panose="00000500000000000000" pitchFamily="2" charset="0"/>
              </a:rPr>
              <a:t>BackToSchool</a:t>
            </a:r>
            <a:r>
              <a:rPr lang="es-MX" sz="2200" dirty="0">
                <a:latin typeface="Montserrat" panose="00000500000000000000" pitchFamily="2" charset="0"/>
              </a:rPr>
              <a:t> contiene una base de datos muestrales que compara los gastos de regreso a clases de 25 estudiantes de primer año y 20 del último año.</a:t>
            </a:r>
          </a:p>
          <a:p>
            <a:pPr marL="447675" indent="-447675" algn="just"/>
            <a:r>
              <a:rPr lang="es-MX" sz="2200" i="1" dirty="0">
                <a:latin typeface="Montserrat" panose="00000500000000000000" pitchFamily="2" charset="0"/>
              </a:rPr>
              <a:t>a</a:t>
            </a:r>
            <a:r>
              <a:rPr lang="es-MX" sz="2200" dirty="0">
                <a:latin typeface="Montserrat" panose="00000500000000000000" pitchFamily="2" charset="0"/>
              </a:rPr>
              <a:t>) ¿Cuál es el gasto medio de regreso a clases de cada grupo? ¿Los datos son consistentes con el informe de la Federación Nacional de Minoristas?</a:t>
            </a:r>
          </a:p>
          <a:p>
            <a:pPr algn="just"/>
            <a:r>
              <a:rPr lang="es-MX" sz="2200" i="1" dirty="0">
                <a:latin typeface="Montserrat" panose="00000500000000000000" pitchFamily="2" charset="0"/>
              </a:rPr>
              <a:t>b</a:t>
            </a:r>
            <a:r>
              <a:rPr lang="es-MX" sz="2200" dirty="0">
                <a:latin typeface="Montserrat" panose="00000500000000000000" pitchFamily="2" charset="0"/>
              </a:rPr>
              <a:t>) ¿Cuál es el rango de los gastos de cada grupo?</a:t>
            </a:r>
          </a:p>
          <a:p>
            <a:pPr algn="just"/>
            <a:r>
              <a:rPr lang="es-MX" sz="2200" i="1" dirty="0">
                <a:latin typeface="Montserrat" panose="00000500000000000000" pitchFamily="2" charset="0"/>
              </a:rPr>
              <a:t>c</a:t>
            </a:r>
            <a:r>
              <a:rPr lang="es-MX" sz="2200" dirty="0">
                <a:latin typeface="Montserrat" panose="00000500000000000000" pitchFamily="2" charset="0"/>
              </a:rPr>
              <a:t>) ¿Cuál es el rango intercuartílico para cada grupo?</a:t>
            </a:r>
          </a:p>
          <a:p>
            <a:pPr algn="just"/>
            <a:r>
              <a:rPr lang="es-MX" sz="2200" i="1" dirty="0">
                <a:latin typeface="Montserrat" panose="00000500000000000000" pitchFamily="2" charset="0"/>
              </a:rPr>
              <a:t>d</a:t>
            </a:r>
            <a:r>
              <a:rPr lang="es-MX" sz="2200" dirty="0">
                <a:latin typeface="Montserrat" panose="00000500000000000000" pitchFamily="2" charset="0"/>
              </a:rPr>
              <a:t>) ¿Cuál es la desviación estándar de los gastos de cada grupo?</a:t>
            </a:r>
          </a:p>
          <a:p>
            <a:pPr marL="355600" indent="-355600" algn="just"/>
            <a:r>
              <a:rPr lang="es-MX" sz="2200" i="1" dirty="0">
                <a:latin typeface="Montserrat" panose="00000500000000000000" pitchFamily="2" charset="0"/>
              </a:rPr>
              <a:t>e</a:t>
            </a:r>
            <a:r>
              <a:rPr lang="es-MX" sz="2200" dirty="0">
                <a:latin typeface="Montserrat" panose="00000500000000000000" pitchFamily="2" charset="0"/>
              </a:rPr>
              <a:t>) ¿Qué gastos de regreso a clases muestran más variación: los de los estudiantes de primer año o los de los universitarios de último año?</a:t>
            </a:r>
            <a:endParaRPr sz="2200" dirty="0">
              <a:latin typeface="Montserrat" panose="00000500000000000000" pitchFamily="2" charset="0"/>
            </a:endParaRPr>
          </a:p>
        </p:txBody>
      </p:sp>
      <p:sp>
        <p:nvSpPr>
          <p:cNvPr id="22" name="TextBox 21">
            <a:extLst>
              <a:ext uri="{FF2B5EF4-FFF2-40B4-BE49-F238E27FC236}">
                <a16:creationId xmlns:a16="http://schemas.microsoft.com/office/drawing/2014/main" id="{CE885E25-CC4D-1EC6-E3CB-2F4CCD44B0F3}"/>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Tree>
    <p:extLst>
      <p:ext uri="{BB962C8B-B14F-4D97-AF65-F5344CB8AC3E}">
        <p14:creationId xmlns:p14="http://schemas.microsoft.com/office/powerpoint/2010/main" val="982767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ABAF4-C357-44A6-B4EB-B97ECB56C22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894B092-5FC6-DC7B-3219-CDE0C5F4CA9A}"/>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229864C-882B-E872-69A5-7762683D5FD5}"/>
              </a:ext>
            </a:extLst>
          </p:cNvPr>
          <p:cNvSpPr txBox="1"/>
          <p:nvPr/>
        </p:nvSpPr>
        <p:spPr>
          <a:xfrm>
            <a:off x="502920" y="228600"/>
            <a:ext cx="369012" cy="246221"/>
          </a:xfrm>
          <a:prstGeom prst="rect">
            <a:avLst/>
          </a:prstGeom>
          <a:noFill/>
        </p:spPr>
        <p:txBody>
          <a:bodyPr wrap="none">
            <a:spAutoFit/>
          </a:bodyPr>
          <a:lstStyle/>
          <a:p>
            <a:pPr>
              <a:defRPr sz="1000" b="1">
                <a:solidFill>
                  <a:srgbClr val="EBA93B"/>
                </a:solidFill>
                <a:latin typeface="Montserrat"/>
              </a:defRPr>
            </a:pPr>
            <a:r>
              <a:rPr dirty="0"/>
              <a:t>3.</a:t>
            </a:r>
            <a:r>
              <a:rPr lang="es-MX" dirty="0"/>
              <a:t>2</a:t>
            </a:r>
            <a:endParaRPr dirty="0"/>
          </a:p>
        </p:txBody>
      </p:sp>
      <p:sp>
        <p:nvSpPr>
          <p:cNvPr id="5" name="TextBox 4">
            <a:extLst>
              <a:ext uri="{FF2B5EF4-FFF2-40B4-BE49-F238E27FC236}">
                <a16:creationId xmlns:a16="http://schemas.microsoft.com/office/drawing/2014/main" id="{B1433CEB-966B-246E-39B6-7BB09E20A9AE}"/>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a:extLst>
              <a:ext uri="{FF2B5EF4-FFF2-40B4-BE49-F238E27FC236}">
                <a16:creationId xmlns:a16="http://schemas.microsoft.com/office/drawing/2014/main" id="{B7B9DC9B-CE5F-CDC0-0517-CC73FA91FBFD}"/>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12E46B95-9BDE-28BE-A38D-B8EB4E16DE65}"/>
              </a:ext>
            </a:extLst>
          </p:cNvPr>
          <p:cNvSpPr txBox="1"/>
          <p:nvPr/>
        </p:nvSpPr>
        <p:spPr>
          <a:xfrm>
            <a:off x="533398" y="746760"/>
            <a:ext cx="3520441" cy="369332"/>
          </a:xfrm>
          <a:prstGeom prst="rect">
            <a:avLst/>
          </a:prstGeom>
          <a:noFill/>
        </p:spPr>
        <p:txBody>
          <a:bodyPr wrap="square" anchor="t">
            <a:spAutoFit/>
          </a:bodyPr>
          <a:lstStyle/>
          <a:p>
            <a:pPr algn="l">
              <a:defRPr sz="1800" b="1">
                <a:solidFill>
                  <a:srgbClr val="24398A"/>
                </a:solidFill>
                <a:latin typeface="Montserrat"/>
              </a:defRPr>
            </a:pPr>
            <a:r>
              <a:rPr lang="es-MX" dirty="0"/>
              <a:t>Ejercicio </a:t>
            </a:r>
            <a:r>
              <a:rPr lang="es-MX" dirty="0" err="1"/>
              <a:t>BackToSchool</a:t>
            </a:r>
            <a:endParaRPr dirty="0"/>
          </a:p>
        </p:txBody>
      </p:sp>
      <p:sp>
        <p:nvSpPr>
          <p:cNvPr id="10" name="TextBox 9">
            <a:extLst>
              <a:ext uri="{FF2B5EF4-FFF2-40B4-BE49-F238E27FC236}">
                <a16:creationId xmlns:a16="http://schemas.microsoft.com/office/drawing/2014/main" id="{9E39733F-E8DF-8C7B-3912-DA2D9A60AADC}"/>
              </a:ext>
            </a:extLst>
          </p:cNvPr>
          <p:cNvSpPr txBox="1"/>
          <p:nvPr/>
        </p:nvSpPr>
        <p:spPr>
          <a:xfrm>
            <a:off x="497840" y="1327420"/>
            <a:ext cx="5255663" cy="5078313"/>
          </a:xfrm>
          <a:prstGeom prst="rect">
            <a:avLst/>
          </a:prstGeom>
          <a:noFill/>
        </p:spPr>
        <p:txBody>
          <a:bodyPr wrap="square">
            <a:spAutoFit/>
          </a:bodyPr>
          <a:lstStyle/>
          <a:p>
            <a:r>
              <a:rPr lang="es-MX" b="1" dirty="0"/>
              <a:t>a) Gasto medio de cada grupo</a:t>
            </a:r>
          </a:p>
          <a:p>
            <a:r>
              <a:rPr lang="es-MX" b="1" dirty="0"/>
              <a:t>En SPSS</a:t>
            </a:r>
          </a:p>
          <a:p>
            <a:pPr lvl="0"/>
            <a:r>
              <a:rPr lang="es-MX" dirty="0"/>
              <a:t>Abre </a:t>
            </a:r>
            <a:r>
              <a:rPr lang="es-MX" b="1" dirty="0"/>
              <a:t>2.1. </a:t>
            </a:r>
            <a:r>
              <a:rPr lang="es-MX" b="1" dirty="0" err="1"/>
              <a:t>BackToSchool.sav</a:t>
            </a:r>
            <a:r>
              <a:rPr lang="es-MX" dirty="0"/>
              <a:t>. </a:t>
            </a:r>
          </a:p>
          <a:p>
            <a:pPr lvl="0"/>
            <a:r>
              <a:rPr lang="es-MX" dirty="0"/>
              <a:t>Ve al menú:</a:t>
            </a:r>
            <a:br>
              <a:rPr lang="es-MX" dirty="0"/>
            </a:br>
            <a:r>
              <a:rPr lang="es-MX" b="1" dirty="0"/>
              <a:t>Analizar → Estadísticos descriptivos → Descriptivos...</a:t>
            </a:r>
            <a:r>
              <a:rPr lang="es-MX" dirty="0"/>
              <a:t> </a:t>
            </a:r>
          </a:p>
          <a:p>
            <a:pPr lvl="0"/>
            <a:r>
              <a:rPr lang="es-MX" dirty="0"/>
              <a:t>Selecciona las variables: </a:t>
            </a:r>
          </a:p>
          <a:p>
            <a:pPr lvl="1"/>
            <a:r>
              <a:rPr lang="es-MX" dirty="0"/>
              <a:t>Freshman </a:t>
            </a:r>
          </a:p>
          <a:p>
            <a:pPr lvl="1"/>
            <a:r>
              <a:rPr lang="es-MX" dirty="0"/>
              <a:t>Seniors </a:t>
            </a:r>
          </a:p>
          <a:p>
            <a:pPr lvl="0"/>
            <a:r>
              <a:rPr lang="es-MX" dirty="0"/>
              <a:t>Pásalas a </a:t>
            </a:r>
            <a:r>
              <a:rPr lang="es-MX" b="1" dirty="0"/>
              <a:t>Variables</a:t>
            </a:r>
            <a:r>
              <a:rPr lang="es-MX" dirty="0"/>
              <a:t>. </a:t>
            </a:r>
          </a:p>
          <a:p>
            <a:pPr lvl="0"/>
            <a:r>
              <a:rPr lang="es-MX" dirty="0"/>
              <a:t>Haz clic en </a:t>
            </a:r>
            <a:r>
              <a:rPr lang="es-MX" b="1" dirty="0"/>
              <a:t>Opciones...</a:t>
            </a:r>
            <a:r>
              <a:rPr lang="es-MX" dirty="0"/>
              <a:t> </a:t>
            </a:r>
          </a:p>
          <a:p>
            <a:pPr lvl="0"/>
            <a:r>
              <a:rPr lang="es-MX" dirty="0"/>
              <a:t>Marca: </a:t>
            </a:r>
          </a:p>
          <a:p>
            <a:pPr lvl="1"/>
            <a:r>
              <a:rPr lang="es-MX" b="1" dirty="0"/>
              <a:t>Media</a:t>
            </a:r>
            <a:r>
              <a:rPr lang="es-MX" dirty="0"/>
              <a:t> </a:t>
            </a:r>
          </a:p>
          <a:p>
            <a:pPr lvl="1"/>
            <a:r>
              <a:rPr lang="es-MX" b="1" dirty="0"/>
              <a:t>Desviación estándar</a:t>
            </a:r>
            <a:r>
              <a:rPr lang="es-MX" dirty="0"/>
              <a:t> </a:t>
            </a:r>
          </a:p>
          <a:p>
            <a:pPr lvl="1"/>
            <a:r>
              <a:rPr lang="es-MX" b="1" dirty="0"/>
              <a:t>Mínimo</a:t>
            </a:r>
            <a:r>
              <a:rPr lang="es-MX" dirty="0"/>
              <a:t> </a:t>
            </a:r>
          </a:p>
          <a:p>
            <a:pPr lvl="1"/>
            <a:r>
              <a:rPr lang="es-MX" b="1" dirty="0"/>
              <a:t>Máximo</a:t>
            </a:r>
            <a:r>
              <a:rPr lang="es-MX" dirty="0"/>
              <a:t> </a:t>
            </a:r>
          </a:p>
          <a:p>
            <a:pPr lvl="0"/>
            <a:r>
              <a:rPr lang="es-MX" dirty="0"/>
              <a:t>Haz clic en </a:t>
            </a:r>
            <a:r>
              <a:rPr lang="es-MX" b="1" dirty="0"/>
              <a:t>Continuar</a:t>
            </a:r>
            <a:r>
              <a:rPr lang="es-MX" dirty="0"/>
              <a:t>. </a:t>
            </a:r>
          </a:p>
          <a:p>
            <a:pPr lvl="0"/>
            <a:r>
              <a:rPr lang="es-MX" dirty="0"/>
              <a:t>Haz clic en </a:t>
            </a:r>
            <a:r>
              <a:rPr lang="es-MX" b="1" dirty="0"/>
              <a:t>Aceptar</a:t>
            </a:r>
            <a:r>
              <a:rPr lang="es-MX" dirty="0"/>
              <a:t>. </a:t>
            </a:r>
          </a:p>
          <a:p>
            <a:r>
              <a:rPr lang="es-MX" dirty="0"/>
              <a:t>SPSS te mostrará la tabla </a:t>
            </a:r>
            <a:r>
              <a:rPr lang="es-MX" b="1" dirty="0"/>
              <a:t>Estadísticos descriptivos</a:t>
            </a:r>
            <a:r>
              <a:rPr lang="es-MX" dirty="0"/>
              <a:t>.</a:t>
            </a:r>
          </a:p>
        </p:txBody>
      </p:sp>
      <p:sp>
        <p:nvSpPr>
          <p:cNvPr id="22" name="TextBox 21">
            <a:extLst>
              <a:ext uri="{FF2B5EF4-FFF2-40B4-BE49-F238E27FC236}">
                <a16:creationId xmlns:a16="http://schemas.microsoft.com/office/drawing/2014/main" id="{5098E5B4-8CEE-2C52-328B-BF209BF08422}"/>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019B0CE0-D9F0-9484-4242-EBF7AE623DFD}"/>
              </a:ext>
            </a:extLst>
          </p:cNvPr>
          <p:cNvSpPr txBox="1"/>
          <p:nvPr/>
        </p:nvSpPr>
        <p:spPr>
          <a:xfrm>
            <a:off x="6438497" y="1278463"/>
            <a:ext cx="5255663" cy="4801314"/>
          </a:xfrm>
          <a:prstGeom prst="rect">
            <a:avLst/>
          </a:prstGeom>
          <a:noFill/>
        </p:spPr>
        <p:txBody>
          <a:bodyPr wrap="square">
            <a:spAutoFit/>
          </a:bodyPr>
          <a:lstStyle/>
          <a:p>
            <a:r>
              <a:rPr lang="es-MX" b="1" dirty="0"/>
              <a:t>b) Rango de gastos de cada grupo</a:t>
            </a:r>
          </a:p>
          <a:p>
            <a:r>
              <a:rPr lang="es-MX" b="1" dirty="0"/>
              <a:t>En SPSS</a:t>
            </a:r>
          </a:p>
          <a:p>
            <a:pPr lvl="0"/>
            <a:r>
              <a:rPr lang="es-MX" dirty="0"/>
              <a:t>Abre </a:t>
            </a:r>
            <a:r>
              <a:rPr lang="es-MX" b="1" dirty="0"/>
              <a:t>2.1. </a:t>
            </a:r>
            <a:r>
              <a:rPr lang="es-MX" b="1" dirty="0" err="1"/>
              <a:t>BackToSchool.sav</a:t>
            </a:r>
            <a:r>
              <a:rPr lang="es-MX" dirty="0"/>
              <a:t>. </a:t>
            </a:r>
          </a:p>
          <a:p>
            <a:pPr lvl="0"/>
            <a:r>
              <a:rPr lang="es-MX" dirty="0"/>
              <a:t>Ve al menú:</a:t>
            </a:r>
            <a:br>
              <a:rPr lang="es-MX" dirty="0"/>
            </a:br>
            <a:r>
              <a:rPr lang="es-MX" b="1" dirty="0"/>
              <a:t>Analizar → Estadísticos descriptivos → Frecuencias...</a:t>
            </a:r>
            <a:r>
              <a:rPr lang="es-MX" dirty="0"/>
              <a:t> </a:t>
            </a:r>
          </a:p>
          <a:p>
            <a:pPr lvl="0"/>
            <a:r>
              <a:rPr lang="es-MX" dirty="0"/>
              <a:t>Selecciona las variables: </a:t>
            </a:r>
          </a:p>
          <a:p>
            <a:pPr lvl="1"/>
            <a:r>
              <a:rPr lang="es-MX" dirty="0"/>
              <a:t>Freshman </a:t>
            </a:r>
          </a:p>
          <a:p>
            <a:pPr lvl="1"/>
            <a:r>
              <a:rPr lang="es-MX" dirty="0"/>
              <a:t>Seniors </a:t>
            </a:r>
          </a:p>
          <a:p>
            <a:pPr lvl="0"/>
            <a:r>
              <a:rPr lang="es-MX" dirty="0"/>
              <a:t>Pásalas a </a:t>
            </a:r>
            <a:r>
              <a:rPr lang="es-MX" b="1" dirty="0"/>
              <a:t>Variables</a:t>
            </a:r>
            <a:r>
              <a:rPr lang="es-MX" dirty="0"/>
              <a:t>. </a:t>
            </a:r>
          </a:p>
          <a:p>
            <a:pPr lvl="0"/>
            <a:r>
              <a:rPr lang="es-MX" dirty="0"/>
              <a:t>Haz clic en </a:t>
            </a:r>
            <a:r>
              <a:rPr lang="es-MX" b="1" dirty="0"/>
              <a:t>Estadísticos...</a:t>
            </a:r>
            <a:r>
              <a:rPr lang="es-MX" dirty="0"/>
              <a:t> </a:t>
            </a:r>
          </a:p>
          <a:p>
            <a:pPr lvl="0"/>
            <a:r>
              <a:rPr lang="es-MX" dirty="0"/>
              <a:t>En la sección dispersión marca: </a:t>
            </a:r>
          </a:p>
          <a:p>
            <a:pPr lvl="1"/>
            <a:r>
              <a:rPr lang="es-MX" b="1" dirty="0"/>
              <a:t>Rango</a:t>
            </a:r>
            <a:r>
              <a:rPr lang="es-MX" dirty="0"/>
              <a:t> </a:t>
            </a:r>
          </a:p>
          <a:p>
            <a:pPr lvl="1"/>
            <a:r>
              <a:rPr lang="es-MX" b="1" dirty="0"/>
              <a:t>Mínimo</a:t>
            </a:r>
            <a:r>
              <a:rPr lang="es-MX" dirty="0"/>
              <a:t> </a:t>
            </a:r>
          </a:p>
          <a:p>
            <a:pPr lvl="1"/>
            <a:r>
              <a:rPr lang="es-MX" b="1" dirty="0"/>
              <a:t>Máximo</a:t>
            </a:r>
            <a:r>
              <a:rPr lang="es-MX" dirty="0"/>
              <a:t> </a:t>
            </a:r>
          </a:p>
          <a:p>
            <a:pPr lvl="0"/>
            <a:r>
              <a:rPr lang="es-MX" dirty="0"/>
              <a:t>Haz clic en </a:t>
            </a:r>
            <a:r>
              <a:rPr lang="es-MX" b="1" dirty="0"/>
              <a:t>Continuar</a:t>
            </a:r>
            <a:r>
              <a:rPr lang="es-MX" dirty="0"/>
              <a:t>. </a:t>
            </a:r>
          </a:p>
          <a:p>
            <a:pPr lvl="0"/>
            <a:r>
              <a:rPr lang="es-MX" dirty="0"/>
              <a:t>Haz clic en </a:t>
            </a:r>
            <a:r>
              <a:rPr lang="es-MX" b="1" dirty="0"/>
              <a:t>Aceptar</a:t>
            </a:r>
            <a:r>
              <a:rPr lang="es-MX" dirty="0"/>
              <a:t>. </a:t>
            </a:r>
          </a:p>
          <a:p>
            <a:r>
              <a:rPr lang="es-MX" dirty="0"/>
              <a:t>SPSS te generará una tabla con los resultados.</a:t>
            </a:r>
          </a:p>
        </p:txBody>
      </p:sp>
    </p:spTree>
    <p:extLst>
      <p:ext uri="{BB962C8B-B14F-4D97-AF65-F5344CB8AC3E}">
        <p14:creationId xmlns:p14="http://schemas.microsoft.com/office/powerpoint/2010/main" val="3341100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43CCB-7AAE-7F97-B598-3FCACF3C7D8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11EC2F4-E114-CB7C-94D3-CB03BEAC6E43}"/>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A9CC1F1-463C-3FAD-B516-B6B10D7BC716}"/>
              </a:ext>
            </a:extLst>
          </p:cNvPr>
          <p:cNvSpPr txBox="1"/>
          <p:nvPr/>
        </p:nvSpPr>
        <p:spPr>
          <a:xfrm>
            <a:off x="502920" y="228600"/>
            <a:ext cx="369012" cy="246221"/>
          </a:xfrm>
          <a:prstGeom prst="rect">
            <a:avLst/>
          </a:prstGeom>
          <a:noFill/>
        </p:spPr>
        <p:txBody>
          <a:bodyPr wrap="none">
            <a:spAutoFit/>
          </a:bodyPr>
          <a:lstStyle/>
          <a:p>
            <a:pPr>
              <a:defRPr sz="1000" b="1">
                <a:solidFill>
                  <a:srgbClr val="EBA93B"/>
                </a:solidFill>
                <a:latin typeface="Montserrat"/>
              </a:defRPr>
            </a:pPr>
            <a:r>
              <a:rPr dirty="0"/>
              <a:t>3.</a:t>
            </a:r>
            <a:r>
              <a:rPr lang="es-MX" dirty="0"/>
              <a:t>2</a:t>
            </a:r>
            <a:endParaRPr dirty="0"/>
          </a:p>
        </p:txBody>
      </p:sp>
      <p:sp>
        <p:nvSpPr>
          <p:cNvPr id="5" name="TextBox 4">
            <a:extLst>
              <a:ext uri="{FF2B5EF4-FFF2-40B4-BE49-F238E27FC236}">
                <a16:creationId xmlns:a16="http://schemas.microsoft.com/office/drawing/2014/main" id="{1F001D45-C58D-9287-FE35-80BFC6F7AA49}"/>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a:extLst>
              <a:ext uri="{FF2B5EF4-FFF2-40B4-BE49-F238E27FC236}">
                <a16:creationId xmlns:a16="http://schemas.microsoft.com/office/drawing/2014/main" id="{A0C08FEE-1D00-ACF4-1C64-DF60F92FD106}"/>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73AFBB4-2025-7EDE-A051-09915261886D}"/>
              </a:ext>
            </a:extLst>
          </p:cNvPr>
          <p:cNvSpPr txBox="1"/>
          <p:nvPr/>
        </p:nvSpPr>
        <p:spPr>
          <a:xfrm>
            <a:off x="533398" y="746760"/>
            <a:ext cx="3520441" cy="369332"/>
          </a:xfrm>
          <a:prstGeom prst="rect">
            <a:avLst/>
          </a:prstGeom>
          <a:noFill/>
        </p:spPr>
        <p:txBody>
          <a:bodyPr wrap="square" anchor="t">
            <a:spAutoFit/>
          </a:bodyPr>
          <a:lstStyle/>
          <a:p>
            <a:pPr algn="l">
              <a:defRPr sz="1800" b="1">
                <a:solidFill>
                  <a:srgbClr val="24398A"/>
                </a:solidFill>
                <a:latin typeface="Montserrat"/>
              </a:defRPr>
            </a:pPr>
            <a:r>
              <a:rPr lang="es-MX" dirty="0"/>
              <a:t>Ejercicio </a:t>
            </a:r>
            <a:r>
              <a:rPr lang="es-MX" dirty="0" err="1"/>
              <a:t>BackToSchool</a:t>
            </a:r>
            <a:endParaRPr dirty="0"/>
          </a:p>
        </p:txBody>
      </p:sp>
      <p:sp>
        <p:nvSpPr>
          <p:cNvPr id="10" name="TextBox 9">
            <a:extLst>
              <a:ext uri="{FF2B5EF4-FFF2-40B4-BE49-F238E27FC236}">
                <a16:creationId xmlns:a16="http://schemas.microsoft.com/office/drawing/2014/main" id="{167456DF-193C-E144-7B17-AE27DFC57D71}"/>
              </a:ext>
            </a:extLst>
          </p:cNvPr>
          <p:cNvSpPr txBox="1"/>
          <p:nvPr/>
        </p:nvSpPr>
        <p:spPr>
          <a:xfrm>
            <a:off x="497840" y="1327420"/>
            <a:ext cx="5255663" cy="4524315"/>
          </a:xfrm>
          <a:prstGeom prst="rect">
            <a:avLst/>
          </a:prstGeom>
          <a:noFill/>
        </p:spPr>
        <p:txBody>
          <a:bodyPr wrap="square">
            <a:spAutoFit/>
          </a:bodyPr>
          <a:lstStyle/>
          <a:p>
            <a:r>
              <a:rPr lang="es-MX" b="1" dirty="0"/>
              <a:t>c) Rango intercuartílico (RIC) de cada grupo</a:t>
            </a:r>
          </a:p>
          <a:p>
            <a:r>
              <a:rPr lang="es-MX" b="1" dirty="0"/>
              <a:t>En SPSS</a:t>
            </a:r>
          </a:p>
          <a:p>
            <a:pPr lvl="0"/>
            <a:r>
              <a:rPr lang="es-MX" dirty="0"/>
              <a:t>Abre </a:t>
            </a:r>
            <a:r>
              <a:rPr lang="es-MX" b="1" dirty="0"/>
              <a:t>2.1. </a:t>
            </a:r>
            <a:r>
              <a:rPr lang="es-MX" b="1" dirty="0" err="1"/>
              <a:t>BackToSchool.sav</a:t>
            </a:r>
            <a:r>
              <a:rPr lang="es-MX" dirty="0"/>
              <a:t>. </a:t>
            </a:r>
          </a:p>
          <a:p>
            <a:pPr lvl="0"/>
            <a:r>
              <a:rPr lang="es-MX" dirty="0"/>
              <a:t>Ve al menú:</a:t>
            </a:r>
            <a:br>
              <a:rPr lang="es-MX" dirty="0"/>
            </a:br>
            <a:r>
              <a:rPr lang="es-MX" b="1" dirty="0"/>
              <a:t>Analizar → Estadísticos descriptivos → Frecuencias...</a:t>
            </a:r>
            <a:r>
              <a:rPr lang="es-MX" dirty="0"/>
              <a:t> </a:t>
            </a:r>
          </a:p>
          <a:p>
            <a:pPr lvl="0"/>
            <a:r>
              <a:rPr lang="es-MX" dirty="0"/>
              <a:t>Selecciona las variables: </a:t>
            </a:r>
          </a:p>
          <a:p>
            <a:pPr lvl="1"/>
            <a:r>
              <a:rPr lang="es-MX" dirty="0"/>
              <a:t>Freshman </a:t>
            </a:r>
          </a:p>
          <a:p>
            <a:pPr lvl="1"/>
            <a:r>
              <a:rPr lang="es-MX" dirty="0"/>
              <a:t>Seniors </a:t>
            </a:r>
          </a:p>
          <a:p>
            <a:pPr lvl="0"/>
            <a:r>
              <a:rPr lang="es-MX" dirty="0"/>
              <a:t>Pásalas a </a:t>
            </a:r>
            <a:r>
              <a:rPr lang="es-MX" b="1" dirty="0"/>
              <a:t>Variables</a:t>
            </a:r>
            <a:r>
              <a:rPr lang="es-MX" dirty="0"/>
              <a:t>. </a:t>
            </a:r>
          </a:p>
          <a:p>
            <a:pPr lvl="0"/>
            <a:r>
              <a:rPr lang="es-MX" dirty="0"/>
              <a:t>Haz clic en </a:t>
            </a:r>
            <a:r>
              <a:rPr lang="es-MX" b="1" dirty="0"/>
              <a:t>Estadísticos...</a:t>
            </a:r>
            <a:r>
              <a:rPr lang="es-MX" dirty="0"/>
              <a:t> </a:t>
            </a:r>
          </a:p>
          <a:p>
            <a:pPr lvl="0"/>
            <a:r>
              <a:rPr lang="es-MX" dirty="0"/>
              <a:t>Marca: </a:t>
            </a:r>
          </a:p>
          <a:p>
            <a:pPr lvl="1"/>
            <a:r>
              <a:rPr lang="es-MX" b="1" dirty="0"/>
              <a:t>Cuartíles</a:t>
            </a:r>
          </a:p>
          <a:p>
            <a:pPr lvl="1"/>
            <a:r>
              <a:rPr lang="es-MX" b="1" dirty="0"/>
              <a:t>Percentíles (25, 50 y 75)</a:t>
            </a:r>
          </a:p>
          <a:p>
            <a:pPr lvl="0"/>
            <a:r>
              <a:rPr lang="es-MX" dirty="0"/>
              <a:t>Haz clic en </a:t>
            </a:r>
            <a:r>
              <a:rPr lang="es-MX" b="1" dirty="0"/>
              <a:t>Continuar</a:t>
            </a:r>
            <a:r>
              <a:rPr lang="es-MX" dirty="0"/>
              <a:t>. </a:t>
            </a:r>
          </a:p>
          <a:p>
            <a:pPr lvl="0"/>
            <a:r>
              <a:rPr lang="es-MX" dirty="0"/>
              <a:t>Haz clic en </a:t>
            </a:r>
            <a:r>
              <a:rPr lang="es-MX" b="1" dirty="0"/>
              <a:t>Aceptar</a:t>
            </a:r>
            <a:r>
              <a:rPr lang="es-MX" dirty="0"/>
              <a:t>. </a:t>
            </a:r>
          </a:p>
          <a:p>
            <a:r>
              <a:rPr lang="es-MX" dirty="0"/>
              <a:t>SPSS te generará una tabla con los resultados.</a:t>
            </a:r>
          </a:p>
        </p:txBody>
      </p:sp>
      <p:sp>
        <p:nvSpPr>
          <p:cNvPr id="22" name="TextBox 21">
            <a:extLst>
              <a:ext uri="{FF2B5EF4-FFF2-40B4-BE49-F238E27FC236}">
                <a16:creationId xmlns:a16="http://schemas.microsoft.com/office/drawing/2014/main" id="{0D12DA3D-2D9D-22A7-54F9-7C826CAA8A9C}"/>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67966F8F-3BAF-81FE-49B9-D14318F64532}"/>
              </a:ext>
            </a:extLst>
          </p:cNvPr>
          <p:cNvSpPr txBox="1"/>
          <p:nvPr/>
        </p:nvSpPr>
        <p:spPr>
          <a:xfrm>
            <a:off x="6438497" y="1278463"/>
            <a:ext cx="5255663" cy="5078313"/>
          </a:xfrm>
          <a:prstGeom prst="rect">
            <a:avLst/>
          </a:prstGeom>
          <a:noFill/>
        </p:spPr>
        <p:txBody>
          <a:bodyPr wrap="square">
            <a:spAutoFit/>
          </a:bodyPr>
          <a:lstStyle/>
          <a:p>
            <a:r>
              <a:rPr lang="es-MX" b="1" dirty="0"/>
              <a:t>d) Desviación estándar de cada grupo</a:t>
            </a:r>
          </a:p>
          <a:p>
            <a:r>
              <a:rPr lang="es-MX" b="1" dirty="0"/>
              <a:t>En SPSS</a:t>
            </a:r>
          </a:p>
          <a:p>
            <a:pPr lvl="0"/>
            <a:r>
              <a:rPr lang="es-MX" dirty="0"/>
              <a:t>Abre </a:t>
            </a:r>
            <a:r>
              <a:rPr lang="es-MX" b="1" dirty="0"/>
              <a:t>2.1. </a:t>
            </a:r>
            <a:r>
              <a:rPr lang="es-MX" b="1" dirty="0" err="1"/>
              <a:t>BackToSchool.sav</a:t>
            </a:r>
            <a:r>
              <a:rPr lang="es-MX" dirty="0"/>
              <a:t>. </a:t>
            </a:r>
          </a:p>
          <a:p>
            <a:pPr lvl="0"/>
            <a:r>
              <a:rPr lang="es-MX" dirty="0"/>
              <a:t>Ve al menú:</a:t>
            </a:r>
            <a:br>
              <a:rPr lang="es-MX" dirty="0"/>
            </a:br>
            <a:r>
              <a:rPr lang="es-MX" b="1" dirty="0"/>
              <a:t>Analizar → Estadísticos descriptivos → Frecuencias...</a:t>
            </a:r>
            <a:r>
              <a:rPr lang="es-MX" dirty="0"/>
              <a:t> </a:t>
            </a:r>
          </a:p>
          <a:p>
            <a:pPr lvl="0"/>
            <a:r>
              <a:rPr lang="es-MX" dirty="0"/>
              <a:t>Selecciona las variables: </a:t>
            </a:r>
          </a:p>
          <a:p>
            <a:pPr lvl="1"/>
            <a:r>
              <a:rPr lang="es-MX" dirty="0"/>
              <a:t>Freshman </a:t>
            </a:r>
          </a:p>
          <a:p>
            <a:pPr lvl="1"/>
            <a:r>
              <a:rPr lang="es-MX" dirty="0"/>
              <a:t>Seniors </a:t>
            </a:r>
          </a:p>
          <a:p>
            <a:pPr lvl="0"/>
            <a:r>
              <a:rPr lang="es-MX" dirty="0"/>
              <a:t>Pásalas a </a:t>
            </a:r>
            <a:r>
              <a:rPr lang="es-MX" b="1" dirty="0"/>
              <a:t>Variables</a:t>
            </a:r>
            <a:r>
              <a:rPr lang="es-MX" dirty="0"/>
              <a:t>. </a:t>
            </a:r>
          </a:p>
          <a:p>
            <a:pPr lvl="0"/>
            <a:r>
              <a:rPr lang="es-MX" dirty="0"/>
              <a:t>Haz clic en </a:t>
            </a:r>
            <a:r>
              <a:rPr lang="es-MX" b="1" dirty="0"/>
              <a:t>Estadísticos...</a:t>
            </a:r>
            <a:r>
              <a:rPr lang="es-MX" dirty="0"/>
              <a:t> </a:t>
            </a:r>
          </a:p>
          <a:p>
            <a:pPr lvl="0"/>
            <a:r>
              <a:rPr lang="es-MX" dirty="0"/>
              <a:t>En la sección dispersión marca: </a:t>
            </a:r>
          </a:p>
          <a:p>
            <a:pPr lvl="1"/>
            <a:r>
              <a:rPr lang="es-MX" b="1" dirty="0"/>
              <a:t>Desviación estándar</a:t>
            </a:r>
          </a:p>
          <a:p>
            <a:pPr lvl="1"/>
            <a:r>
              <a:rPr lang="es-MX" b="1" dirty="0"/>
              <a:t>Rango</a:t>
            </a:r>
            <a:r>
              <a:rPr lang="es-MX" dirty="0"/>
              <a:t> </a:t>
            </a:r>
          </a:p>
          <a:p>
            <a:pPr lvl="1"/>
            <a:r>
              <a:rPr lang="es-MX" b="1" dirty="0"/>
              <a:t>Mínimo</a:t>
            </a:r>
            <a:r>
              <a:rPr lang="es-MX" dirty="0"/>
              <a:t> </a:t>
            </a:r>
          </a:p>
          <a:p>
            <a:pPr lvl="1"/>
            <a:r>
              <a:rPr lang="es-MX" b="1" dirty="0"/>
              <a:t>Máximo</a:t>
            </a:r>
            <a:r>
              <a:rPr lang="es-MX" dirty="0"/>
              <a:t> </a:t>
            </a:r>
          </a:p>
          <a:p>
            <a:pPr lvl="0"/>
            <a:r>
              <a:rPr lang="es-MX" dirty="0"/>
              <a:t>Haz clic en </a:t>
            </a:r>
            <a:r>
              <a:rPr lang="es-MX" b="1" dirty="0"/>
              <a:t>Continuar</a:t>
            </a:r>
            <a:r>
              <a:rPr lang="es-MX" dirty="0"/>
              <a:t>. </a:t>
            </a:r>
          </a:p>
          <a:p>
            <a:pPr lvl="0"/>
            <a:r>
              <a:rPr lang="es-MX" dirty="0"/>
              <a:t>Haz clic en </a:t>
            </a:r>
            <a:r>
              <a:rPr lang="es-MX" b="1" dirty="0"/>
              <a:t>Aceptar</a:t>
            </a:r>
            <a:r>
              <a:rPr lang="es-MX" dirty="0"/>
              <a:t>. </a:t>
            </a:r>
          </a:p>
          <a:p>
            <a:r>
              <a:rPr lang="es-MX" dirty="0"/>
              <a:t>SPSS te generará una tabla con los resultados.</a:t>
            </a:r>
          </a:p>
        </p:txBody>
      </p:sp>
    </p:spTree>
    <p:extLst>
      <p:ext uri="{BB962C8B-B14F-4D97-AF65-F5344CB8AC3E}">
        <p14:creationId xmlns:p14="http://schemas.microsoft.com/office/powerpoint/2010/main" val="3503427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005840"/>
            <a:ext cx="1280160" cy="640080"/>
          </a:xfrm>
          <a:prstGeom prst="rect">
            <a:avLst/>
          </a:prstGeom>
          <a:noFill/>
        </p:spPr>
        <p:txBody>
          <a:bodyPr wrap="square" anchor="t">
            <a:spAutoFit/>
          </a:bodyPr>
          <a:lstStyle/>
          <a:p>
            <a:pPr algn="l">
              <a:defRPr sz="2400" b="1">
                <a:solidFill>
                  <a:srgbClr val="E1B73D"/>
                </a:solidFill>
                <a:latin typeface="Montserrat"/>
              </a:defRPr>
            </a:pPr>
            <a:r>
              <a:t>3.3</a:t>
            </a:r>
          </a:p>
        </p:txBody>
      </p:sp>
      <p:sp>
        <p:nvSpPr>
          <p:cNvPr id="5" name="TextBox 4"/>
          <p:cNvSpPr txBox="1"/>
          <p:nvPr/>
        </p:nvSpPr>
        <p:spPr>
          <a:xfrm>
            <a:off x="685800" y="1828800"/>
            <a:ext cx="10607040" cy="1005840"/>
          </a:xfrm>
          <a:prstGeom prst="rect">
            <a:avLst/>
          </a:prstGeom>
          <a:noFill/>
        </p:spPr>
        <p:txBody>
          <a:bodyPr wrap="square" anchor="t">
            <a:spAutoFit/>
          </a:bodyPr>
          <a:lstStyle/>
          <a:p>
            <a:pPr algn="l">
              <a:defRPr sz="3800" b="1">
                <a:solidFill>
                  <a:srgbClr val="FFFFFF"/>
                </a:solidFill>
                <a:latin typeface="Montserrat"/>
              </a:defRPr>
            </a:pPr>
            <a:r>
              <a:t>Forma, posición relativa y observaciones atípicas</a:t>
            </a:r>
          </a:p>
        </p:txBody>
      </p:sp>
      <p:sp>
        <p:nvSpPr>
          <p:cNvPr id="6" name="TextBox 5"/>
          <p:cNvSpPr txBox="1"/>
          <p:nvPr/>
        </p:nvSpPr>
        <p:spPr>
          <a:xfrm>
            <a:off x="713232" y="2971800"/>
            <a:ext cx="10340848" cy="1015663"/>
          </a:xfrm>
          <a:prstGeom prst="rect">
            <a:avLst/>
          </a:prstGeom>
          <a:noFill/>
        </p:spPr>
        <p:txBody>
          <a:bodyPr wrap="square" anchor="t">
            <a:spAutoFit/>
          </a:bodyPr>
          <a:lstStyle/>
          <a:p>
            <a:pPr algn="just">
              <a:defRPr sz="2000" b="0">
                <a:solidFill>
                  <a:srgbClr val="E1E6F5"/>
                </a:solidFill>
                <a:latin typeface="Montserrat"/>
              </a:defRPr>
            </a:pPr>
            <a:r>
              <a:rPr dirty="0"/>
              <a:t>El </a:t>
            </a:r>
            <a:r>
              <a:rPr dirty="0" err="1"/>
              <a:t>sesgo</a:t>
            </a:r>
            <a:r>
              <a:rPr dirty="0"/>
              <a:t> describe la forma; el valor z </a:t>
            </a:r>
            <a:r>
              <a:rPr dirty="0" err="1"/>
              <a:t>ubica</a:t>
            </a:r>
            <a:r>
              <a:rPr dirty="0"/>
              <a:t> </a:t>
            </a:r>
            <a:r>
              <a:rPr dirty="0" err="1"/>
              <a:t>una</a:t>
            </a:r>
            <a:r>
              <a:rPr dirty="0"/>
              <a:t> </a:t>
            </a:r>
            <a:r>
              <a:rPr dirty="0" err="1"/>
              <a:t>observación</a:t>
            </a:r>
            <a:r>
              <a:rPr dirty="0"/>
              <a:t>; Chebyshev y la </a:t>
            </a:r>
            <a:r>
              <a:rPr dirty="0" err="1"/>
              <a:t>regla</a:t>
            </a:r>
            <a:r>
              <a:rPr dirty="0"/>
              <a:t> </a:t>
            </a:r>
            <a:r>
              <a:rPr dirty="0" err="1"/>
              <a:t>empírica</a:t>
            </a:r>
            <a:r>
              <a:rPr dirty="0"/>
              <a:t> </a:t>
            </a:r>
            <a:r>
              <a:rPr dirty="0" err="1"/>
              <a:t>permiten</a:t>
            </a:r>
            <a:r>
              <a:rPr dirty="0"/>
              <a:t> </a:t>
            </a:r>
            <a:r>
              <a:rPr dirty="0" err="1"/>
              <a:t>estimar</a:t>
            </a:r>
            <a:r>
              <a:rPr dirty="0"/>
              <a:t> </a:t>
            </a:r>
            <a:r>
              <a:rPr dirty="0" err="1"/>
              <a:t>proporciones</a:t>
            </a:r>
            <a:r>
              <a:rPr dirty="0"/>
              <a:t>; las </a:t>
            </a:r>
            <a:r>
              <a:rPr dirty="0" err="1"/>
              <a:t>puntuaciones</a:t>
            </a:r>
            <a:r>
              <a:rPr dirty="0"/>
              <a:t> z </a:t>
            </a:r>
            <a:r>
              <a:rPr dirty="0" err="1"/>
              <a:t>ayudan</a:t>
            </a:r>
            <a:r>
              <a:rPr dirty="0"/>
              <a:t> a </a:t>
            </a:r>
            <a:r>
              <a:rPr dirty="0" err="1"/>
              <a:t>detectar</a:t>
            </a:r>
            <a:r>
              <a:rPr dirty="0"/>
              <a:t> </a:t>
            </a:r>
            <a:r>
              <a:rPr dirty="0" err="1"/>
              <a:t>atípicos</a:t>
            </a:r>
            <a:r>
              <a:rPr dirty="0"/>
              <a:t>.</a:t>
            </a:r>
          </a:p>
        </p:txBody>
      </p:sp>
      <p:sp>
        <p:nvSpPr>
          <p:cNvPr id="7" name="Oval 6"/>
          <p:cNvSpPr/>
          <p:nvPr/>
        </p:nvSpPr>
        <p:spPr>
          <a:xfrm>
            <a:off x="9052560" y="5394960"/>
            <a:ext cx="292608" cy="292608"/>
          </a:xfrm>
          <a:prstGeom prst="ellipse">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55480" y="5394960"/>
            <a:ext cx="292608" cy="292608"/>
          </a:xfrm>
          <a:prstGeom prst="ellipse">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5394960"/>
            <a:ext cx="292608" cy="292608"/>
          </a:xfrm>
          <a:prstGeom prst="ellipse">
            <a:avLst/>
          </a:prstGeom>
          <a:solidFill>
            <a:srgbClr val="D54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61320" y="5394960"/>
            <a:ext cx="292608" cy="292608"/>
          </a:xfrm>
          <a:prstGeom prst="ellipse">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3.3</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Forma de la distribución: sesgo</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4069080"/>
            <a:ext cx="3108960" cy="45720"/>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50392" y="3557016"/>
            <a:ext cx="389273" cy="329184"/>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294529" y="3063240"/>
            <a:ext cx="389273" cy="822959"/>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738666" y="2404872"/>
            <a:ext cx="389273" cy="1481328"/>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182803" y="2651760"/>
            <a:ext cx="389273" cy="1234439"/>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626940" y="3063240"/>
            <a:ext cx="389273" cy="822959"/>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071077" y="3392424"/>
            <a:ext cx="389273" cy="493776"/>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15214" y="3639312"/>
            <a:ext cx="389273" cy="246888"/>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26280" y="4069080"/>
            <a:ext cx="3108960" cy="45720"/>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53712" y="3557016"/>
            <a:ext cx="389273" cy="329184"/>
          </a:xfrm>
          <a:prstGeom prst="rect">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997849" y="3063240"/>
            <a:ext cx="389273" cy="822959"/>
          </a:xfrm>
          <a:prstGeom prst="rect">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41986" y="2569464"/>
            <a:ext cx="389273" cy="1316736"/>
          </a:xfrm>
          <a:prstGeom prst="rect">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86123" y="2240280"/>
            <a:ext cx="389273" cy="1645919"/>
          </a:xfrm>
          <a:prstGeom prst="rect">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30260" y="2569464"/>
            <a:ext cx="389273" cy="1316736"/>
          </a:xfrm>
          <a:prstGeom prst="rect">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774397" y="3063240"/>
            <a:ext cx="389273" cy="822959"/>
          </a:xfrm>
          <a:prstGeom prst="rect">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218534" y="3557016"/>
            <a:ext cx="389273" cy="329184"/>
          </a:xfrm>
          <a:prstGeom prst="rect">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29600" y="4069080"/>
            <a:ext cx="3108960" cy="45720"/>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57031" y="3639312"/>
            <a:ext cx="389273" cy="246888"/>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701169" y="3392424"/>
            <a:ext cx="389273" cy="493776"/>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145306" y="3063240"/>
            <a:ext cx="389273" cy="822959"/>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589443" y="2651760"/>
            <a:ext cx="389273" cy="1234439"/>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033580" y="2404872"/>
            <a:ext cx="389273" cy="1481328"/>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477717" y="2980944"/>
            <a:ext cx="389273" cy="905256"/>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921854" y="3474720"/>
            <a:ext cx="389273" cy="411479"/>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4297680"/>
            <a:ext cx="3108960" cy="548640"/>
          </a:xfrm>
          <a:prstGeom prst="rect">
            <a:avLst/>
          </a:prstGeom>
          <a:noFill/>
        </p:spPr>
        <p:txBody>
          <a:bodyPr wrap="square" anchor="t">
            <a:spAutoFit/>
          </a:bodyPr>
          <a:lstStyle/>
          <a:p>
            <a:pPr algn="ctr">
              <a:defRPr sz="1600" b="1">
                <a:solidFill>
                  <a:srgbClr val="24398A"/>
                </a:solidFill>
                <a:latin typeface="Montserrat"/>
              </a:defRPr>
            </a:pPr>
            <a:r>
              <a:t>Sesgo negativo</a:t>
            </a:r>
            <a:br/>
            <a:r>
              <a:t>(izquierda)</a:t>
            </a:r>
          </a:p>
        </p:txBody>
      </p:sp>
      <p:sp>
        <p:nvSpPr>
          <p:cNvPr id="34" name="TextBox 33"/>
          <p:cNvSpPr txBox="1"/>
          <p:nvPr/>
        </p:nvSpPr>
        <p:spPr>
          <a:xfrm>
            <a:off x="4526280" y="4297680"/>
            <a:ext cx="3108960" cy="548640"/>
          </a:xfrm>
          <a:prstGeom prst="rect">
            <a:avLst/>
          </a:prstGeom>
          <a:noFill/>
        </p:spPr>
        <p:txBody>
          <a:bodyPr wrap="square" anchor="t">
            <a:spAutoFit/>
          </a:bodyPr>
          <a:lstStyle/>
          <a:p>
            <a:pPr algn="ctr">
              <a:defRPr sz="1600" b="1">
                <a:solidFill>
                  <a:srgbClr val="5CA847"/>
                </a:solidFill>
                <a:latin typeface="Montserrat"/>
              </a:defRPr>
            </a:pPr>
            <a:r>
              <a:t>Simétrica</a:t>
            </a:r>
            <a:br/>
            <a:r>
              <a:t>(sesgo = 0)</a:t>
            </a:r>
          </a:p>
        </p:txBody>
      </p:sp>
      <p:sp>
        <p:nvSpPr>
          <p:cNvPr id="35" name="TextBox 34"/>
          <p:cNvSpPr txBox="1"/>
          <p:nvPr/>
        </p:nvSpPr>
        <p:spPr>
          <a:xfrm>
            <a:off x="8229600" y="4297680"/>
            <a:ext cx="3108960" cy="548640"/>
          </a:xfrm>
          <a:prstGeom prst="rect">
            <a:avLst/>
          </a:prstGeom>
          <a:noFill/>
        </p:spPr>
        <p:txBody>
          <a:bodyPr wrap="square" anchor="t">
            <a:spAutoFit/>
          </a:bodyPr>
          <a:lstStyle/>
          <a:p>
            <a:pPr algn="ctr">
              <a:defRPr sz="1600" b="1">
                <a:solidFill>
                  <a:srgbClr val="EBA93B"/>
                </a:solidFill>
                <a:latin typeface="Montserrat"/>
              </a:defRPr>
            </a:pPr>
            <a:r>
              <a:t>Sesgo positivo</a:t>
            </a:r>
            <a:br/>
            <a:r>
              <a:t>(derecha)</a:t>
            </a:r>
          </a:p>
        </p:txBody>
      </p:sp>
      <p:sp>
        <p:nvSpPr>
          <p:cNvPr id="36" name="TextBox 35"/>
          <p:cNvSpPr txBox="1"/>
          <p:nvPr/>
        </p:nvSpPr>
        <p:spPr>
          <a:xfrm>
            <a:off x="731520" y="5303520"/>
            <a:ext cx="10698480" cy="502920"/>
          </a:xfrm>
          <a:prstGeom prst="rect">
            <a:avLst/>
          </a:prstGeom>
          <a:noFill/>
        </p:spPr>
        <p:txBody>
          <a:bodyPr wrap="square" anchor="t">
            <a:spAutoFit/>
          </a:bodyPr>
          <a:lstStyle/>
          <a:p>
            <a:pPr algn="ctr">
              <a:defRPr sz="1500" b="0">
                <a:solidFill>
                  <a:srgbClr val="5A5F69"/>
                </a:solidFill>
                <a:latin typeface="Montserrat"/>
              </a:defRPr>
            </a:pPr>
            <a:r>
              <a:t>Simétrica: media ≈ mediana • Sesgo positivo: media &gt; mediana • Sesgo negativo: media &lt; mediana.</a:t>
            </a:r>
          </a:p>
        </p:txBody>
      </p:sp>
      <p:sp>
        <p:nvSpPr>
          <p:cNvPr id="38" name="TextBox 37">
            <a:extLst>
              <a:ext uri="{FF2B5EF4-FFF2-40B4-BE49-F238E27FC236}">
                <a16:creationId xmlns:a16="http://schemas.microsoft.com/office/drawing/2014/main" id="{68F84F07-35E2-2D9F-1AE3-F5AB04485EFB}"/>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3.3</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Valor z: posición relativa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3053080"/>
            <a:ext cx="4937760" cy="1097280"/>
          </a:xfrm>
          <a:prstGeom prst="roundRect">
            <a:avLst/>
          </a:prstGeom>
          <a:solidFill>
            <a:srgbClr val="FCF7EC"/>
          </a:solidFill>
          <a:ln w="1651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126232"/>
            <a:ext cx="4572000" cy="228600"/>
          </a:xfrm>
          <a:prstGeom prst="rect">
            <a:avLst/>
          </a:prstGeom>
          <a:noFill/>
        </p:spPr>
        <p:txBody>
          <a:bodyPr wrap="square" anchor="t">
            <a:spAutoFit/>
          </a:bodyPr>
          <a:lstStyle/>
          <a:p>
            <a:pPr algn="l">
              <a:defRPr sz="900" b="1">
                <a:solidFill>
                  <a:srgbClr val="EBA93B"/>
                </a:solidFill>
                <a:latin typeface="Montserrat"/>
              </a:defRPr>
            </a:pPr>
            <a:r>
              <a:t>PUNTUACIÓN Z MUESTRAL</a:t>
            </a:r>
          </a:p>
        </p:txBody>
      </p:sp>
      <p:sp>
        <p:nvSpPr>
          <p:cNvPr id="11" name="TextBox 10"/>
          <p:cNvSpPr txBox="1"/>
          <p:nvPr/>
        </p:nvSpPr>
        <p:spPr>
          <a:xfrm>
            <a:off x="914400" y="3400552"/>
            <a:ext cx="4572000" cy="640079"/>
          </a:xfrm>
          <a:prstGeom prst="rect">
            <a:avLst/>
          </a:prstGeom>
          <a:noFill/>
        </p:spPr>
        <p:txBody>
          <a:bodyPr wrap="square" anchor="ctr">
            <a:spAutoFit/>
          </a:bodyPr>
          <a:lstStyle/>
          <a:p>
            <a:pPr algn="ctr">
              <a:defRPr sz="2500" b="1">
                <a:solidFill>
                  <a:srgbClr val="24398A"/>
                </a:solidFill>
                <a:latin typeface="Montserrat"/>
              </a:defRPr>
            </a:pPr>
            <a:r>
              <a:t>zᵢ = (xᵢ − x̄) / s</a:t>
            </a:r>
          </a:p>
        </p:txBody>
      </p:sp>
      <p:sp>
        <p:nvSpPr>
          <p:cNvPr id="12" name="TextBox 11"/>
          <p:cNvSpPr txBox="1"/>
          <p:nvPr/>
        </p:nvSpPr>
        <p:spPr>
          <a:xfrm>
            <a:off x="822960" y="4470400"/>
            <a:ext cx="5120640" cy="1877437"/>
          </a:xfrm>
          <a:prstGeom prst="rect">
            <a:avLst/>
          </a:prstGeom>
          <a:noFill/>
        </p:spPr>
        <p:txBody>
          <a:bodyPr wrap="square">
            <a:spAutoFit/>
          </a:bodyPr>
          <a:lstStyle/>
          <a:p>
            <a:pPr>
              <a:spcAft>
                <a:spcPts val="800"/>
              </a:spcAft>
              <a:defRPr sz="1600">
                <a:solidFill>
                  <a:srgbClr val="000000"/>
                </a:solidFill>
                <a:latin typeface="Montserrat"/>
              </a:defRPr>
            </a:pPr>
            <a:r>
              <a:rPr dirty="0"/>
              <a:t>z &gt; 0: </a:t>
            </a:r>
            <a:r>
              <a:rPr dirty="0" err="1"/>
              <a:t>observación</a:t>
            </a:r>
            <a:r>
              <a:rPr dirty="0"/>
              <a:t> </a:t>
            </a:r>
            <a:r>
              <a:rPr dirty="0" err="1"/>
              <a:t>por</a:t>
            </a:r>
            <a:r>
              <a:rPr dirty="0"/>
              <a:t> </a:t>
            </a:r>
            <a:r>
              <a:rPr dirty="0" err="1"/>
              <a:t>encima</a:t>
            </a:r>
            <a:r>
              <a:rPr dirty="0"/>
              <a:t> de la media.</a:t>
            </a:r>
          </a:p>
          <a:p>
            <a:pPr>
              <a:spcAft>
                <a:spcPts val="800"/>
              </a:spcAft>
              <a:defRPr sz="1600">
                <a:solidFill>
                  <a:srgbClr val="000000"/>
                </a:solidFill>
                <a:latin typeface="Montserrat"/>
              </a:defRPr>
            </a:pPr>
            <a:r>
              <a:rPr dirty="0"/>
              <a:t>z &lt; 0: </a:t>
            </a:r>
            <a:r>
              <a:rPr dirty="0" err="1"/>
              <a:t>observación</a:t>
            </a:r>
            <a:r>
              <a:rPr dirty="0"/>
              <a:t> </a:t>
            </a:r>
            <a:r>
              <a:rPr dirty="0" err="1"/>
              <a:t>por</a:t>
            </a:r>
            <a:r>
              <a:rPr dirty="0"/>
              <a:t> </a:t>
            </a:r>
            <a:r>
              <a:rPr dirty="0" err="1"/>
              <a:t>debajo</a:t>
            </a:r>
            <a:r>
              <a:rPr dirty="0"/>
              <a:t> de la media.</a:t>
            </a:r>
          </a:p>
          <a:p>
            <a:pPr>
              <a:spcAft>
                <a:spcPts val="800"/>
              </a:spcAft>
              <a:defRPr sz="1600">
                <a:solidFill>
                  <a:srgbClr val="000000"/>
                </a:solidFill>
                <a:latin typeface="Montserrat"/>
              </a:defRPr>
            </a:pPr>
            <a:r>
              <a:rPr dirty="0"/>
              <a:t>z = 0: </a:t>
            </a:r>
            <a:r>
              <a:rPr dirty="0" err="1"/>
              <a:t>observación</a:t>
            </a:r>
            <a:r>
              <a:rPr dirty="0"/>
              <a:t> </a:t>
            </a:r>
            <a:r>
              <a:rPr dirty="0" err="1"/>
              <a:t>igual</a:t>
            </a:r>
            <a:r>
              <a:rPr dirty="0"/>
              <a:t> a la media.</a:t>
            </a:r>
          </a:p>
          <a:p>
            <a:pPr>
              <a:spcAft>
                <a:spcPts val="800"/>
              </a:spcAft>
              <a:defRPr sz="1600">
                <a:solidFill>
                  <a:srgbClr val="000000"/>
                </a:solidFill>
                <a:latin typeface="Montserrat"/>
              </a:defRPr>
            </a:pPr>
            <a:r>
              <a:rPr dirty="0"/>
              <a:t>El valor </a:t>
            </a:r>
            <a:r>
              <a:rPr dirty="0" err="1"/>
              <a:t>absoluto</a:t>
            </a:r>
            <a:r>
              <a:rPr dirty="0"/>
              <a:t> de z indica </a:t>
            </a:r>
            <a:r>
              <a:rPr dirty="0" err="1"/>
              <a:t>cuántas</a:t>
            </a:r>
            <a:r>
              <a:rPr dirty="0"/>
              <a:t> </a:t>
            </a:r>
            <a:r>
              <a:rPr dirty="0" err="1"/>
              <a:t>desviaciones</a:t>
            </a:r>
            <a:r>
              <a:rPr dirty="0"/>
              <a:t> </a:t>
            </a:r>
            <a:r>
              <a:rPr dirty="0" err="1"/>
              <a:t>estándar</a:t>
            </a:r>
            <a:r>
              <a:rPr dirty="0"/>
              <a:t> </a:t>
            </a:r>
            <a:r>
              <a:rPr dirty="0" err="1"/>
              <a:t>separan</a:t>
            </a:r>
            <a:r>
              <a:rPr dirty="0"/>
              <a:t> al </a:t>
            </a:r>
            <a:r>
              <a:rPr dirty="0" err="1"/>
              <a:t>dato</a:t>
            </a:r>
            <a:r>
              <a:rPr dirty="0"/>
              <a:t> de la media.</a:t>
            </a:r>
          </a:p>
        </p:txBody>
      </p:sp>
      <p:sp>
        <p:nvSpPr>
          <p:cNvPr id="13" name="Rounded Rectangle 12"/>
          <p:cNvSpPr/>
          <p:nvPr/>
        </p:nvSpPr>
        <p:spPr>
          <a:xfrm>
            <a:off x="6309360" y="3053080"/>
            <a:ext cx="4846320" cy="1508760"/>
          </a:xfrm>
          <a:prstGeom prst="roundRect">
            <a:avLst/>
          </a:prstGeom>
          <a:solidFill>
            <a:srgbClr val="FFFFFF"/>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3162808"/>
            <a:ext cx="4517136" cy="320040"/>
          </a:xfrm>
          <a:prstGeom prst="rect">
            <a:avLst/>
          </a:prstGeom>
          <a:noFill/>
        </p:spPr>
        <p:txBody>
          <a:bodyPr wrap="square" anchor="t">
            <a:spAutoFit/>
          </a:bodyPr>
          <a:lstStyle/>
          <a:p>
            <a:pPr algn="l">
              <a:defRPr sz="1600" b="1">
                <a:solidFill>
                  <a:srgbClr val="24398A"/>
                </a:solidFill>
                <a:latin typeface="Montserrat"/>
              </a:defRPr>
            </a:pPr>
            <a:r>
              <a:t>Ejemplo del capítulo</a:t>
            </a:r>
          </a:p>
        </p:txBody>
      </p:sp>
      <p:sp>
        <p:nvSpPr>
          <p:cNvPr id="15" name="TextBox 14"/>
          <p:cNvSpPr txBox="1"/>
          <p:nvPr/>
        </p:nvSpPr>
        <p:spPr>
          <a:xfrm>
            <a:off x="6473952" y="3556000"/>
            <a:ext cx="4517136" cy="914399"/>
          </a:xfrm>
          <a:prstGeom prst="rect">
            <a:avLst/>
          </a:prstGeom>
          <a:noFill/>
        </p:spPr>
        <p:txBody>
          <a:bodyPr wrap="square" anchor="t">
            <a:spAutoFit/>
          </a:bodyPr>
          <a:lstStyle/>
          <a:p>
            <a:pPr algn="l">
              <a:defRPr sz="1600" b="0">
                <a:solidFill>
                  <a:srgbClr val="5A5F69"/>
                </a:solidFill>
                <a:latin typeface="Montserrat"/>
              </a:defRPr>
            </a:pPr>
            <a:r>
              <a:t>x̄ = 44, s = 8</a:t>
            </a:r>
            <a:br/>
            <a:r>
              <a:t>Para x = 32: z = (32−44)/8 = −1.50</a:t>
            </a:r>
          </a:p>
        </p:txBody>
      </p:sp>
      <p:sp>
        <p:nvSpPr>
          <p:cNvPr id="16" name="TextBox 15"/>
          <p:cNvSpPr txBox="1"/>
          <p:nvPr/>
        </p:nvSpPr>
        <p:spPr>
          <a:xfrm>
            <a:off x="6400800" y="5476240"/>
            <a:ext cx="640080" cy="274320"/>
          </a:xfrm>
          <a:prstGeom prst="rect">
            <a:avLst/>
          </a:prstGeom>
          <a:noFill/>
        </p:spPr>
        <p:txBody>
          <a:bodyPr wrap="square" anchor="t">
            <a:spAutoFit/>
          </a:bodyPr>
          <a:lstStyle/>
          <a:p>
            <a:pPr algn="ctr">
              <a:defRPr sz="1100" b="1">
                <a:solidFill>
                  <a:srgbClr val="5A5F69"/>
                </a:solidFill>
                <a:latin typeface="Montserrat"/>
              </a:defRPr>
            </a:pPr>
            <a:r>
              <a:t>−3σ</a:t>
            </a:r>
          </a:p>
        </p:txBody>
      </p:sp>
      <p:sp>
        <p:nvSpPr>
          <p:cNvPr id="17" name="TextBox 16"/>
          <p:cNvSpPr txBox="1"/>
          <p:nvPr/>
        </p:nvSpPr>
        <p:spPr>
          <a:xfrm>
            <a:off x="7543800" y="5476240"/>
            <a:ext cx="640080" cy="274320"/>
          </a:xfrm>
          <a:prstGeom prst="rect">
            <a:avLst/>
          </a:prstGeom>
          <a:noFill/>
        </p:spPr>
        <p:txBody>
          <a:bodyPr wrap="square" anchor="t">
            <a:spAutoFit/>
          </a:bodyPr>
          <a:lstStyle/>
          <a:p>
            <a:pPr algn="ctr">
              <a:defRPr sz="1100" b="1">
                <a:solidFill>
                  <a:srgbClr val="5A5F69"/>
                </a:solidFill>
                <a:latin typeface="Montserrat"/>
              </a:defRPr>
            </a:pPr>
            <a:r>
              <a:t>−2σ</a:t>
            </a:r>
          </a:p>
        </p:txBody>
      </p:sp>
      <p:sp>
        <p:nvSpPr>
          <p:cNvPr id="18" name="TextBox 17"/>
          <p:cNvSpPr txBox="1"/>
          <p:nvPr/>
        </p:nvSpPr>
        <p:spPr>
          <a:xfrm>
            <a:off x="8686800" y="5476240"/>
            <a:ext cx="640080" cy="274320"/>
          </a:xfrm>
          <a:prstGeom prst="rect">
            <a:avLst/>
          </a:prstGeom>
          <a:noFill/>
        </p:spPr>
        <p:txBody>
          <a:bodyPr wrap="square" anchor="t">
            <a:spAutoFit/>
          </a:bodyPr>
          <a:lstStyle/>
          <a:p>
            <a:pPr algn="ctr">
              <a:defRPr sz="1100" b="1">
                <a:solidFill>
                  <a:srgbClr val="5A5F69"/>
                </a:solidFill>
                <a:latin typeface="Montserrat"/>
              </a:defRPr>
            </a:pPr>
            <a:r>
              <a:t>−1σ</a:t>
            </a:r>
          </a:p>
        </p:txBody>
      </p:sp>
      <p:sp>
        <p:nvSpPr>
          <p:cNvPr id="19" name="TextBox 18"/>
          <p:cNvSpPr txBox="1"/>
          <p:nvPr/>
        </p:nvSpPr>
        <p:spPr>
          <a:xfrm>
            <a:off x="9829800" y="5476240"/>
            <a:ext cx="640080" cy="274320"/>
          </a:xfrm>
          <a:prstGeom prst="rect">
            <a:avLst/>
          </a:prstGeom>
          <a:noFill/>
        </p:spPr>
        <p:txBody>
          <a:bodyPr wrap="square" anchor="t">
            <a:spAutoFit/>
          </a:bodyPr>
          <a:lstStyle/>
          <a:p>
            <a:pPr algn="ctr">
              <a:defRPr sz="1100" b="1">
                <a:solidFill>
                  <a:srgbClr val="24398A"/>
                </a:solidFill>
                <a:latin typeface="Montserrat"/>
              </a:defRPr>
            </a:pPr>
            <a:r>
              <a:t>0</a:t>
            </a:r>
          </a:p>
        </p:txBody>
      </p:sp>
      <p:sp>
        <p:nvSpPr>
          <p:cNvPr id="20" name="TextBox 19"/>
          <p:cNvSpPr txBox="1"/>
          <p:nvPr/>
        </p:nvSpPr>
        <p:spPr>
          <a:xfrm>
            <a:off x="10972800" y="5476240"/>
            <a:ext cx="640080" cy="274320"/>
          </a:xfrm>
          <a:prstGeom prst="rect">
            <a:avLst/>
          </a:prstGeom>
          <a:noFill/>
        </p:spPr>
        <p:txBody>
          <a:bodyPr wrap="square" anchor="t">
            <a:spAutoFit/>
          </a:bodyPr>
          <a:lstStyle/>
          <a:p>
            <a:pPr algn="ctr">
              <a:defRPr sz="1100" b="1">
                <a:solidFill>
                  <a:srgbClr val="5A5F69"/>
                </a:solidFill>
                <a:latin typeface="Montserrat"/>
              </a:defRPr>
            </a:pPr>
            <a:r>
              <a:t>+1σ</a:t>
            </a:r>
          </a:p>
        </p:txBody>
      </p:sp>
      <p:sp>
        <p:nvSpPr>
          <p:cNvPr id="21" name="Rectangle 20"/>
          <p:cNvSpPr/>
          <p:nvPr/>
        </p:nvSpPr>
        <p:spPr>
          <a:xfrm>
            <a:off x="6492240" y="5887720"/>
            <a:ext cx="4937760" cy="109728"/>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400800" y="5777992"/>
            <a:ext cx="320040" cy="320040"/>
          </a:xfrm>
          <a:prstGeom prst="ellipse">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34A75CBF-4186-12F9-565F-EF9F8E07B1A3}"/>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EEA62096-818F-7403-AD25-7D160536CB48}"/>
              </a:ext>
            </a:extLst>
          </p:cNvPr>
          <p:cNvSpPr txBox="1"/>
          <p:nvPr/>
        </p:nvSpPr>
        <p:spPr>
          <a:xfrm>
            <a:off x="658368" y="1100195"/>
            <a:ext cx="10954512" cy="1631216"/>
          </a:xfrm>
          <a:prstGeom prst="rect">
            <a:avLst/>
          </a:prstGeom>
          <a:noFill/>
        </p:spPr>
        <p:txBody>
          <a:bodyPr wrap="square">
            <a:spAutoFit/>
          </a:bodyPr>
          <a:lstStyle/>
          <a:p>
            <a:pPr algn="just"/>
            <a:r>
              <a:rPr lang="es-MX" sz="2000" dirty="0">
                <a:latin typeface="Montserrat" panose="00000500000000000000" pitchFamily="2" charset="0"/>
              </a:rPr>
              <a:t>El valor </a:t>
            </a:r>
            <a:r>
              <a:rPr lang="es-MX" sz="2000" i="1" dirty="0">
                <a:latin typeface="Montserrat" panose="00000500000000000000" pitchFamily="2" charset="0"/>
              </a:rPr>
              <a:t>z </a:t>
            </a:r>
            <a:r>
              <a:rPr lang="es-MX" sz="2000" dirty="0">
                <a:latin typeface="Montserrat" panose="00000500000000000000" pitchFamily="2" charset="0"/>
              </a:rPr>
              <a:t>para cualquier observación puede interpretarse como una medida de la posición relativa de la observación en un conjunto de datos. Por tanto, se dice que las observaciones de dos conjuntos de datos diferentes con el mismo valor </a:t>
            </a:r>
            <a:r>
              <a:rPr lang="es-MX" sz="2000" i="1" dirty="0">
                <a:latin typeface="Montserrat" panose="00000500000000000000" pitchFamily="2" charset="0"/>
              </a:rPr>
              <a:t>z </a:t>
            </a:r>
            <a:r>
              <a:rPr lang="es-MX" sz="2000" dirty="0">
                <a:latin typeface="Montserrat" panose="00000500000000000000" pitchFamily="2" charset="0"/>
              </a:rPr>
              <a:t>tienen la misma posición relativa en términos de que presentan igual número de desviaciones estándar de la media.</a:t>
            </a:r>
            <a:endParaRPr sz="2000" dirty="0">
              <a:latin typeface="Montserrat" panose="00000500000000000000" pitchFamily="2" charset="0"/>
            </a:endParaRPr>
          </a:p>
        </p:txBody>
      </p:sp>
      <p:sp>
        <p:nvSpPr>
          <p:cNvPr id="25" name="TextBox 24">
            <a:extLst>
              <a:ext uri="{FF2B5EF4-FFF2-40B4-BE49-F238E27FC236}">
                <a16:creationId xmlns:a16="http://schemas.microsoft.com/office/drawing/2014/main" id="{72F389C4-0B26-601A-F93E-79EDB36F31EC}"/>
              </a:ext>
            </a:extLst>
          </p:cNvPr>
          <p:cNvSpPr txBox="1"/>
          <p:nvPr/>
        </p:nvSpPr>
        <p:spPr>
          <a:xfrm>
            <a:off x="502920" y="593598"/>
            <a:ext cx="2468880" cy="400110"/>
          </a:xfrm>
          <a:prstGeom prst="rect">
            <a:avLst/>
          </a:prstGeom>
          <a:noFill/>
        </p:spPr>
        <p:txBody>
          <a:bodyPr wrap="square" anchor="t">
            <a:spAutoFit/>
          </a:bodyPr>
          <a:lstStyle/>
          <a:p>
            <a:pPr algn="l">
              <a:defRPr sz="1700" b="1">
                <a:solidFill>
                  <a:srgbClr val="24398A"/>
                </a:solidFill>
                <a:latin typeface="Montserrat"/>
              </a:defRPr>
            </a:pPr>
            <a:r>
              <a:rPr lang="es-MX" sz="2000" dirty="0"/>
              <a:t>VALOR Z</a:t>
            </a:r>
            <a:endParaRPr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3.3</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Teorema de Chebyshev</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326640"/>
            <a:ext cx="10424160" cy="114300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399792"/>
            <a:ext cx="10058400" cy="228600"/>
          </a:xfrm>
          <a:prstGeom prst="rect">
            <a:avLst/>
          </a:prstGeom>
          <a:noFill/>
        </p:spPr>
        <p:txBody>
          <a:bodyPr wrap="square" anchor="t">
            <a:spAutoFit/>
          </a:bodyPr>
          <a:lstStyle/>
          <a:p>
            <a:pPr algn="l">
              <a:defRPr sz="900" b="1">
                <a:solidFill>
                  <a:srgbClr val="EBA93B"/>
                </a:solidFill>
                <a:latin typeface="Montserrat"/>
              </a:defRPr>
            </a:pPr>
            <a:r>
              <a:t>CHEBYSHEV</a:t>
            </a:r>
          </a:p>
        </p:txBody>
      </p:sp>
      <p:sp>
        <p:nvSpPr>
          <p:cNvPr id="11" name="TextBox 10"/>
          <p:cNvSpPr txBox="1"/>
          <p:nvPr/>
        </p:nvSpPr>
        <p:spPr>
          <a:xfrm>
            <a:off x="1005840" y="2674112"/>
            <a:ext cx="10058400" cy="685800"/>
          </a:xfrm>
          <a:prstGeom prst="rect">
            <a:avLst/>
          </a:prstGeom>
          <a:noFill/>
        </p:spPr>
        <p:txBody>
          <a:bodyPr wrap="square" anchor="ctr">
            <a:spAutoFit/>
          </a:bodyPr>
          <a:lstStyle/>
          <a:p>
            <a:pPr algn="ctr">
              <a:defRPr sz="1800" b="1">
                <a:solidFill>
                  <a:srgbClr val="24398A"/>
                </a:solidFill>
                <a:latin typeface="Montserrat"/>
              </a:defRPr>
            </a:pPr>
            <a:r>
              <a:t>Al menos 1 − 1/z² de los datos está dentro de z desviaciones estándar de la media (z &gt; 1).</a:t>
            </a:r>
          </a:p>
        </p:txBody>
      </p:sp>
      <p:sp>
        <p:nvSpPr>
          <p:cNvPr id="12" name="Rounded Rectangle 11"/>
          <p:cNvSpPr/>
          <p:nvPr/>
        </p:nvSpPr>
        <p:spPr>
          <a:xfrm>
            <a:off x="914400" y="3733800"/>
            <a:ext cx="3154680" cy="150876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3843528"/>
            <a:ext cx="2825496" cy="320040"/>
          </a:xfrm>
          <a:prstGeom prst="rect">
            <a:avLst/>
          </a:prstGeom>
          <a:noFill/>
        </p:spPr>
        <p:txBody>
          <a:bodyPr wrap="square" anchor="t">
            <a:spAutoFit/>
          </a:bodyPr>
          <a:lstStyle/>
          <a:p>
            <a:pPr algn="l">
              <a:defRPr sz="1600" b="1">
                <a:solidFill>
                  <a:srgbClr val="24398A"/>
                </a:solidFill>
                <a:latin typeface="Montserrat"/>
              </a:defRPr>
            </a:pPr>
            <a:r>
              <a:t>z = 2</a:t>
            </a:r>
          </a:p>
        </p:txBody>
      </p:sp>
      <p:sp>
        <p:nvSpPr>
          <p:cNvPr id="14" name="TextBox 13"/>
          <p:cNvSpPr txBox="1"/>
          <p:nvPr/>
        </p:nvSpPr>
        <p:spPr>
          <a:xfrm>
            <a:off x="1078992" y="4236720"/>
            <a:ext cx="2825496" cy="914399"/>
          </a:xfrm>
          <a:prstGeom prst="rect">
            <a:avLst/>
          </a:prstGeom>
          <a:noFill/>
        </p:spPr>
        <p:txBody>
          <a:bodyPr wrap="square" anchor="t">
            <a:spAutoFit/>
          </a:bodyPr>
          <a:lstStyle/>
          <a:p>
            <a:pPr algn="l">
              <a:defRPr sz="2400" b="0">
                <a:solidFill>
                  <a:srgbClr val="5A5F69"/>
                </a:solidFill>
                <a:latin typeface="Montserrat"/>
              </a:defRPr>
            </a:pPr>
            <a:r>
              <a:t>≥ 75%</a:t>
            </a:r>
          </a:p>
        </p:txBody>
      </p:sp>
      <p:sp>
        <p:nvSpPr>
          <p:cNvPr id="15" name="Rounded Rectangle 14"/>
          <p:cNvSpPr/>
          <p:nvPr/>
        </p:nvSpPr>
        <p:spPr>
          <a:xfrm>
            <a:off x="4572000" y="3733800"/>
            <a:ext cx="3154680" cy="150876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36592" y="3843528"/>
            <a:ext cx="2825496" cy="320040"/>
          </a:xfrm>
          <a:prstGeom prst="rect">
            <a:avLst/>
          </a:prstGeom>
          <a:noFill/>
        </p:spPr>
        <p:txBody>
          <a:bodyPr wrap="square" anchor="t">
            <a:spAutoFit/>
          </a:bodyPr>
          <a:lstStyle/>
          <a:p>
            <a:pPr algn="l">
              <a:defRPr sz="1600" b="1">
                <a:solidFill>
                  <a:srgbClr val="EBA93B"/>
                </a:solidFill>
                <a:latin typeface="Montserrat"/>
              </a:defRPr>
            </a:pPr>
            <a:r>
              <a:t>z = 3</a:t>
            </a:r>
          </a:p>
        </p:txBody>
      </p:sp>
      <p:sp>
        <p:nvSpPr>
          <p:cNvPr id="17" name="TextBox 16"/>
          <p:cNvSpPr txBox="1"/>
          <p:nvPr/>
        </p:nvSpPr>
        <p:spPr>
          <a:xfrm>
            <a:off x="4736592" y="4236720"/>
            <a:ext cx="2825496" cy="914399"/>
          </a:xfrm>
          <a:prstGeom prst="rect">
            <a:avLst/>
          </a:prstGeom>
          <a:noFill/>
        </p:spPr>
        <p:txBody>
          <a:bodyPr wrap="square" anchor="t">
            <a:spAutoFit/>
          </a:bodyPr>
          <a:lstStyle/>
          <a:p>
            <a:pPr algn="l">
              <a:defRPr sz="2400" b="0">
                <a:solidFill>
                  <a:srgbClr val="5A5F69"/>
                </a:solidFill>
                <a:latin typeface="Montserrat"/>
              </a:defRPr>
            </a:pPr>
            <a:r>
              <a:t>≥ 89%</a:t>
            </a:r>
          </a:p>
        </p:txBody>
      </p:sp>
      <p:sp>
        <p:nvSpPr>
          <p:cNvPr id="18" name="Rounded Rectangle 17"/>
          <p:cNvSpPr/>
          <p:nvPr/>
        </p:nvSpPr>
        <p:spPr>
          <a:xfrm>
            <a:off x="8229600" y="3733800"/>
            <a:ext cx="3154680" cy="150876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4192" y="3843528"/>
            <a:ext cx="2825496" cy="320040"/>
          </a:xfrm>
          <a:prstGeom prst="rect">
            <a:avLst/>
          </a:prstGeom>
          <a:noFill/>
        </p:spPr>
        <p:txBody>
          <a:bodyPr wrap="square" anchor="t">
            <a:spAutoFit/>
          </a:bodyPr>
          <a:lstStyle/>
          <a:p>
            <a:pPr algn="l">
              <a:defRPr sz="1600" b="1">
                <a:solidFill>
                  <a:srgbClr val="5CA847"/>
                </a:solidFill>
                <a:latin typeface="Montserrat"/>
              </a:defRPr>
            </a:pPr>
            <a:r>
              <a:t>z = 4</a:t>
            </a:r>
          </a:p>
        </p:txBody>
      </p:sp>
      <p:sp>
        <p:nvSpPr>
          <p:cNvPr id="20" name="TextBox 19"/>
          <p:cNvSpPr txBox="1"/>
          <p:nvPr/>
        </p:nvSpPr>
        <p:spPr>
          <a:xfrm>
            <a:off x="8394192" y="4236720"/>
            <a:ext cx="2825496" cy="914399"/>
          </a:xfrm>
          <a:prstGeom prst="rect">
            <a:avLst/>
          </a:prstGeom>
          <a:noFill/>
        </p:spPr>
        <p:txBody>
          <a:bodyPr wrap="square" anchor="t">
            <a:spAutoFit/>
          </a:bodyPr>
          <a:lstStyle/>
          <a:p>
            <a:pPr algn="l">
              <a:defRPr sz="2400" b="0">
                <a:solidFill>
                  <a:srgbClr val="5A5F69"/>
                </a:solidFill>
                <a:latin typeface="Montserrat"/>
              </a:defRPr>
            </a:pPr>
            <a:r>
              <a:t>≥ 94%</a:t>
            </a:r>
          </a:p>
        </p:txBody>
      </p:sp>
      <p:sp>
        <p:nvSpPr>
          <p:cNvPr id="21" name="TextBox 20"/>
          <p:cNvSpPr txBox="1"/>
          <p:nvPr/>
        </p:nvSpPr>
        <p:spPr>
          <a:xfrm>
            <a:off x="914400" y="5440680"/>
            <a:ext cx="10332720" cy="594360"/>
          </a:xfrm>
          <a:prstGeom prst="rect">
            <a:avLst/>
          </a:prstGeom>
          <a:noFill/>
        </p:spPr>
        <p:txBody>
          <a:bodyPr wrap="square" anchor="t">
            <a:spAutoFit/>
          </a:bodyPr>
          <a:lstStyle/>
          <a:p>
            <a:pPr algn="ctr">
              <a:defRPr sz="1700" b="1">
                <a:solidFill>
                  <a:srgbClr val="000000"/>
                </a:solidFill>
                <a:latin typeface="Montserrat"/>
              </a:defRPr>
            </a:pPr>
            <a:r>
              <a:t>Ejemplo: media 70, s = 5. Entre 60 y 80 hay ±2s → al menos 75% de los estudiantes.</a:t>
            </a:r>
          </a:p>
        </p:txBody>
      </p:sp>
      <p:sp>
        <p:nvSpPr>
          <p:cNvPr id="22" name="TextBox 21"/>
          <p:cNvSpPr txBox="1"/>
          <p:nvPr/>
        </p:nvSpPr>
        <p:spPr>
          <a:xfrm>
            <a:off x="914400" y="6050280"/>
            <a:ext cx="10332720" cy="411480"/>
          </a:xfrm>
          <a:prstGeom prst="rect">
            <a:avLst/>
          </a:prstGeom>
          <a:noFill/>
        </p:spPr>
        <p:txBody>
          <a:bodyPr wrap="square" anchor="t">
            <a:spAutoFit/>
          </a:bodyPr>
          <a:lstStyle/>
          <a:p>
            <a:pPr algn="ctr">
              <a:defRPr sz="1400" b="0">
                <a:solidFill>
                  <a:srgbClr val="5A5F69"/>
                </a:solidFill>
                <a:latin typeface="Montserrat"/>
              </a:defRPr>
            </a:pPr>
            <a:r>
              <a:t>Ventaja: se aplica a cualquier conjunto de datos, independientemente de su forma de distribución.</a:t>
            </a:r>
          </a:p>
        </p:txBody>
      </p:sp>
      <p:sp>
        <p:nvSpPr>
          <p:cNvPr id="24" name="TextBox 23">
            <a:extLst>
              <a:ext uri="{FF2B5EF4-FFF2-40B4-BE49-F238E27FC236}">
                <a16:creationId xmlns:a16="http://schemas.microsoft.com/office/drawing/2014/main" id="{A1E466D5-CD29-3AA6-9FE4-EC9CDBB63130}"/>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C452AB7C-7D8C-BBF3-C79F-42385D9CBEE6}"/>
              </a:ext>
            </a:extLst>
          </p:cNvPr>
          <p:cNvSpPr txBox="1"/>
          <p:nvPr/>
        </p:nvSpPr>
        <p:spPr>
          <a:xfrm>
            <a:off x="502920" y="593598"/>
            <a:ext cx="3977640" cy="400110"/>
          </a:xfrm>
          <a:prstGeom prst="rect">
            <a:avLst/>
          </a:prstGeom>
          <a:noFill/>
        </p:spPr>
        <p:txBody>
          <a:bodyPr wrap="square" anchor="t">
            <a:spAutoFit/>
          </a:bodyPr>
          <a:lstStyle/>
          <a:p>
            <a:pPr algn="l">
              <a:defRPr sz="1700" b="1">
                <a:solidFill>
                  <a:srgbClr val="24398A"/>
                </a:solidFill>
                <a:latin typeface="Montserrat"/>
              </a:defRPr>
            </a:pPr>
            <a:r>
              <a:rPr lang="es-MX" sz="2000" dirty="0"/>
              <a:t>TEOREMA DE CHEBYSHEV</a:t>
            </a:r>
            <a:endParaRPr sz="2000" dirty="0"/>
          </a:p>
        </p:txBody>
      </p:sp>
      <p:sp>
        <p:nvSpPr>
          <p:cNvPr id="25" name="TextBox 24">
            <a:extLst>
              <a:ext uri="{FF2B5EF4-FFF2-40B4-BE49-F238E27FC236}">
                <a16:creationId xmlns:a16="http://schemas.microsoft.com/office/drawing/2014/main" id="{59FE2501-677C-0014-4990-3ED0CA2B3A4B}"/>
              </a:ext>
            </a:extLst>
          </p:cNvPr>
          <p:cNvSpPr txBox="1"/>
          <p:nvPr/>
        </p:nvSpPr>
        <p:spPr>
          <a:xfrm>
            <a:off x="658368" y="1100195"/>
            <a:ext cx="10954512" cy="1015663"/>
          </a:xfrm>
          <a:prstGeom prst="rect">
            <a:avLst/>
          </a:prstGeom>
          <a:noFill/>
        </p:spPr>
        <p:txBody>
          <a:bodyPr wrap="square">
            <a:spAutoFit/>
          </a:bodyPr>
          <a:lstStyle/>
          <a:p>
            <a:pPr algn="just"/>
            <a:r>
              <a:rPr lang="es-MX" sz="2000" dirty="0">
                <a:latin typeface="Montserrat" panose="00000500000000000000" pitchFamily="2" charset="0"/>
              </a:rPr>
              <a:t>El teorema de </a:t>
            </a:r>
            <a:r>
              <a:rPr lang="es-MX" sz="2000" dirty="0" err="1">
                <a:latin typeface="Montserrat" panose="00000500000000000000" pitchFamily="2" charset="0"/>
              </a:rPr>
              <a:t>Chebyshev</a:t>
            </a:r>
            <a:r>
              <a:rPr lang="es-MX" sz="2000" b="1" dirty="0">
                <a:latin typeface="Montserrat" panose="00000500000000000000" pitchFamily="2" charset="0"/>
              </a:rPr>
              <a:t> </a:t>
            </a:r>
            <a:r>
              <a:rPr lang="es-MX" sz="2000" dirty="0">
                <a:latin typeface="Montserrat" panose="00000500000000000000" pitchFamily="2" charset="0"/>
              </a:rPr>
              <a:t>permite hacer afirmaciones acerca de la proporción de los valores de datos que deben estar dentro de un número específico de desviaciones estándar de la media.</a:t>
            </a:r>
            <a:endParaRPr sz="2000" dirty="0">
              <a:latin typeface="Montserrat" panose="00000500000000000000" pitchFamily="2"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0A2FAA18-D0EB-D8D0-1E7D-3FF417E90860}"/>
              </a:ext>
            </a:extLst>
          </p:cNvPr>
          <p:cNvPicPr>
            <a:picLocks noChangeAspect="1"/>
          </p:cNvPicPr>
          <p:nvPr/>
        </p:nvPicPr>
        <p:blipFill>
          <a:blip r:embed="rId2"/>
          <a:stretch>
            <a:fillRect/>
          </a:stretch>
        </p:blipFill>
        <p:spPr>
          <a:xfrm>
            <a:off x="2450947" y="2107111"/>
            <a:ext cx="6985000" cy="3492500"/>
          </a:xfrm>
          <a:prstGeom prst="rect">
            <a:avLst/>
          </a:prstGeom>
        </p:spPr>
      </p:pic>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3.3</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Regla empírica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4400" y="5212080"/>
            <a:ext cx="3154680" cy="105156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 y="5321808"/>
            <a:ext cx="2825496" cy="320040"/>
          </a:xfrm>
          <a:prstGeom prst="rect">
            <a:avLst/>
          </a:prstGeom>
          <a:noFill/>
        </p:spPr>
        <p:txBody>
          <a:bodyPr wrap="square" anchor="t">
            <a:spAutoFit/>
          </a:bodyPr>
          <a:lstStyle/>
          <a:p>
            <a:pPr algn="l">
              <a:defRPr sz="1600" b="1">
                <a:solidFill>
                  <a:srgbClr val="24398A"/>
                </a:solidFill>
                <a:latin typeface="Montserrat"/>
              </a:defRPr>
            </a:pPr>
            <a:r>
              <a:t>±1s</a:t>
            </a:r>
          </a:p>
        </p:txBody>
      </p:sp>
      <p:sp>
        <p:nvSpPr>
          <p:cNvPr id="20" name="TextBox 19"/>
          <p:cNvSpPr txBox="1"/>
          <p:nvPr/>
        </p:nvSpPr>
        <p:spPr>
          <a:xfrm>
            <a:off x="1078992" y="5715000"/>
            <a:ext cx="2825496" cy="457199"/>
          </a:xfrm>
          <a:prstGeom prst="rect">
            <a:avLst/>
          </a:prstGeom>
          <a:noFill/>
        </p:spPr>
        <p:txBody>
          <a:bodyPr wrap="square" anchor="t">
            <a:spAutoFit/>
          </a:bodyPr>
          <a:lstStyle/>
          <a:p>
            <a:pPr algn="l">
              <a:defRPr sz="1500" b="0">
                <a:solidFill>
                  <a:srgbClr val="5A5F69"/>
                </a:solidFill>
                <a:latin typeface="Montserrat"/>
              </a:defRPr>
            </a:pPr>
            <a:r>
              <a:t>≈ 68% de los datos</a:t>
            </a:r>
          </a:p>
        </p:txBody>
      </p:sp>
      <p:sp>
        <p:nvSpPr>
          <p:cNvPr id="21" name="Rounded Rectangle 20"/>
          <p:cNvSpPr/>
          <p:nvPr/>
        </p:nvSpPr>
        <p:spPr>
          <a:xfrm>
            <a:off x="4526280" y="5212080"/>
            <a:ext cx="3154680" cy="105156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90872" y="5321808"/>
            <a:ext cx="2825496" cy="320040"/>
          </a:xfrm>
          <a:prstGeom prst="rect">
            <a:avLst/>
          </a:prstGeom>
          <a:noFill/>
        </p:spPr>
        <p:txBody>
          <a:bodyPr wrap="square" anchor="t">
            <a:spAutoFit/>
          </a:bodyPr>
          <a:lstStyle/>
          <a:p>
            <a:pPr algn="l">
              <a:defRPr sz="1600" b="1">
                <a:solidFill>
                  <a:srgbClr val="EBA93B"/>
                </a:solidFill>
                <a:latin typeface="Montserrat"/>
              </a:defRPr>
            </a:pPr>
            <a:r>
              <a:t>±2s</a:t>
            </a:r>
          </a:p>
        </p:txBody>
      </p:sp>
      <p:sp>
        <p:nvSpPr>
          <p:cNvPr id="23" name="TextBox 22"/>
          <p:cNvSpPr txBox="1"/>
          <p:nvPr/>
        </p:nvSpPr>
        <p:spPr>
          <a:xfrm>
            <a:off x="4690872" y="5715000"/>
            <a:ext cx="2825496" cy="457199"/>
          </a:xfrm>
          <a:prstGeom prst="rect">
            <a:avLst/>
          </a:prstGeom>
          <a:noFill/>
        </p:spPr>
        <p:txBody>
          <a:bodyPr wrap="square" anchor="t">
            <a:spAutoFit/>
          </a:bodyPr>
          <a:lstStyle/>
          <a:p>
            <a:pPr algn="l">
              <a:defRPr sz="1500" b="0">
                <a:solidFill>
                  <a:srgbClr val="5A5F69"/>
                </a:solidFill>
                <a:latin typeface="Montserrat"/>
              </a:defRPr>
            </a:pPr>
            <a:r>
              <a:t>≈ 95% de los datos</a:t>
            </a:r>
          </a:p>
        </p:txBody>
      </p:sp>
      <p:sp>
        <p:nvSpPr>
          <p:cNvPr id="24" name="Rounded Rectangle 23"/>
          <p:cNvSpPr/>
          <p:nvPr/>
        </p:nvSpPr>
        <p:spPr>
          <a:xfrm>
            <a:off x="8138160" y="5212080"/>
            <a:ext cx="3154680" cy="105156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02752" y="5321808"/>
            <a:ext cx="2825496" cy="320040"/>
          </a:xfrm>
          <a:prstGeom prst="rect">
            <a:avLst/>
          </a:prstGeom>
          <a:noFill/>
        </p:spPr>
        <p:txBody>
          <a:bodyPr wrap="square" anchor="t">
            <a:spAutoFit/>
          </a:bodyPr>
          <a:lstStyle/>
          <a:p>
            <a:pPr algn="l">
              <a:defRPr sz="1600" b="1">
                <a:solidFill>
                  <a:srgbClr val="E1B73D"/>
                </a:solidFill>
                <a:latin typeface="Montserrat"/>
              </a:defRPr>
            </a:pPr>
            <a:r>
              <a:t>±3s</a:t>
            </a:r>
          </a:p>
        </p:txBody>
      </p:sp>
      <p:sp>
        <p:nvSpPr>
          <p:cNvPr id="26" name="TextBox 25"/>
          <p:cNvSpPr txBox="1"/>
          <p:nvPr/>
        </p:nvSpPr>
        <p:spPr>
          <a:xfrm>
            <a:off x="8302752" y="5715000"/>
            <a:ext cx="2825496" cy="457199"/>
          </a:xfrm>
          <a:prstGeom prst="rect">
            <a:avLst/>
          </a:prstGeom>
          <a:noFill/>
        </p:spPr>
        <p:txBody>
          <a:bodyPr wrap="square" anchor="t">
            <a:spAutoFit/>
          </a:bodyPr>
          <a:lstStyle/>
          <a:p>
            <a:pPr algn="l">
              <a:defRPr sz="1500" b="0">
                <a:solidFill>
                  <a:srgbClr val="5A5F69"/>
                </a:solidFill>
                <a:latin typeface="Montserrat"/>
              </a:defRPr>
            </a:pPr>
            <a:r>
              <a:t>Casi todos los datos</a:t>
            </a:r>
          </a:p>
        </p:txBody>
      </p:sp>
      <p:sp>
        <p:nvSpPr>
          <p:cNvPr id="28" name="TextBox 27">
            <a:extLst>
              <a:ext uri="{FF2B5EF4-FFF2-40B4-BE49-F238E27FC236}">
                <a16:creationId xmlns:a16="http://schemas.microsoft.com/office/drawing/2014/main" id="{89583F25-AE6F-F54E-FF99-32F5405598DD}"/>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652FAA9E-64DD-4222-4720-9D8916A1E453}"/>
              </a:ext>
            </a:extLst>
          </p:cNvPr>
          <p:cNvSpPr txBox="1"/>
          <p:nvPr/>
        </p:nvSpPr>
        <p:spPr>
          <a:xfrm>
            <a:off x="502920" y="593598"/>
            <a:ext cx="3977640" cy="400110"/>
          </a:xfrm>
          <a:prstGeom prst="rect">
            <a:avLst/>
          </a:prstGeom>
          <a:noFill/>
        </p:spPr>
        <p:txBody>
          <a:bodyPr wrap="square" anchor="t">
            <a:spAutoFit/>
          </a:bodyPr>
          <a:lstStyle/>
          <a:p>
            <a:pPr algn="l">
              <a:defRPr sz="1700" b="1">
                <a:solidFill>
                  <a:srgbClr val="24398A"/>
                </a:solidFill>
                <a:latin typeface="Montserrat"/>
              </a:defRPr>
            </a:pPr>
            <a:r>
              <a:rPr lang="es-MX" sz="2000" dirty="0"/>
              <a:t>TEOREMA DE CHEBYSHEV</a:t>
            </a:r>
            <a:endParaRPr sz="2000" dirty="0"/>
          </a:p>
        </p:txBody>
      </p:sp>
      <p:sp>
        <p:nvSpPr>
          <p:cNvPr id="29" name="TextBox 28">
            <a:extLst>
              <a:ext uri="{FF2B5EF4-FFF2-40B4-BE49-F238E27FC236}">
                <a16:creationId xmlns:a16="http://schemas.microsoft.com/office/drawing/2014/main" id="{BD0F0D71-3EC5-3A7D-EB4F-DE30EF3AC3F2}"/>
              </a:ext>
            </a:extLst>
          </p:cNvPr>
          <p:cNvSpPr txBox="1"/>
          <p:nvPr/>
        </p:nvSpPr>
        <p:spPr>
          <a:xfrm>
            <a:off x="658368" y="1039235"/>
            <a:ext cx="10954512" cy="1554272"/>
          </a:xfrm>
          <a:prstGeom prst="rect">
            <a:avLst/>
          </a:prstGeom>
          <a:noFill/>
        </p:spPr>
        <p:txBody>
          <a:bodyPr wrap="square">
            <a:spAutoFit/>
          </a:bodyPr>
          <a:lstStyle/>
          <a:p>
            <a:pPr algn="just"/>
            <a:r>
              <a:rPr lang="es-MX" sz="1900" dirty="0">
                <a:latin typeface="Montserrat" panose="00000500000000000000" pitchFamily="2" charset="0"/>
              </a:rPr>
              <a:t>Una de las ventajas del teorema de </a:t>
            </a:r>
            <a:r>
              <a:rPr lang="es-MX" sz="1900" dirty="0" err="1">
                <a:latin typeface="Montserrat" panose="00000500000000000000" pitchFamily="2" charset="0"/>
              </a:rPr>
              <a:t>Chebyshev</a:t>
            </a:r>
            <a:r>
              <a:rPr lang="es-MX" sz="1900" dirty="0">
                <a:latin typeface="Montserrat" panose="00000500000000000000" pitchFamily="2" charset="0"/>
              </a:rPr>
              <a:t> estriba en que se aplica a cualquier conjunto de datos sin importar su forma de distribución. De hecho, podría usarse con cualquiera de las distribuciones de la figura 3.3. Sin embargo, en muchas aplicaciones prácticas los conjuntos de datos exhiben una distribución simétrica con forma de pila o de campana.</a:t>
            </a:r>
            <a:endParaRPr sz="1900" dirty="0">
              <a:latin typeface="Montserrat" panose="00000500000000000000" pitchFamily="2"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3.3</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Detección de observaciones atípicas</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2244344"/>
            <a:ext cx="6583680" cy="2857192"/>
          </a:xfrm>
          <a:prstGeom prst="rect">
            <a:avLst/>
          </a:prstGeom>
          <a:noFill/>
        </p:spPr>
        <p:txBody>
          <a:bodyPr wrap="square">
            <a:spAutoFit/>
          </a:bodyPr>
          <a:lstStyle/>
          <a:p>
            <a:pPr algn="just">
              <a:spcAft>
                <a:spcPts val="800"/>
              </a:spcAft>
              <a:defRPr sz="1600">
                <a:solidFill>
                  <a:srgbClr val="000000"/>
                </a:solidFill>
                <a:latin typeface="Montserrat"/>
              </a:defRPr>
            </a:pPr>
            <a:r>
              <a:rPr sz="1700" dirty="0"/>
              <a:t>Una </a:t>
            </a:r>
            <a:r>
              <a:rPr sz="1700" dirty="0" err="1"/>
              <a:t>observación</a:t>
            </a:r>
            <a:r>
              <a:rPr sz="1700" dirty="0"/>
              <a:t> </a:t>
            </a:r>
            <a:r>
              <a:rPr sz="1700" dirty="0" err="1"/>
              <a:t>atípica</a:t>
            </a:r>
            <a:r>
              <a:rPr sz="1700" dirty="0"/>
              <a:t> </a:t>
            </a:r>
            <a:r>
              <a:rPr sz="1700" dirty="0" err="1"/>
              <a:t>tiene</a:t>
            </a:r>
            <a:r>
              <a:rPr sz="1700" dirty="0"/>
              <a:t> un valor </a:t>
            </a:r>
            <a:r>
              <a:rPr sz="1700" dirty="0" err="1"/>
              <a:t>inusualmente</a:t>
            </a:r>
            <a:r>
              <a:rPr sz="1700" dirty="0"/>
              <a:t> grande o </a:t>
            </a:r>
            <a:r>
              <a:rPr sz="1700" dirty="0" err="1"/>
              <a:t>pequeño</a:t>
            </a:r>
            <a:r>
              <a:rPr sz="1700" dirty="0"/>
              <a:t>.</a:t>
            </a:r>
          </a:p>
          <a:p>
            <a:pPr algn="just">
              <a:spcAft>
                <a:spcPts val="800"/>
              </a:spcAft>
              <a:defRPr sz="1600">
                <a:solidFill>
                  <a:srgbClr val="000000"/>
                </a:solidFill>
                <a:latin typeface="Montserrat"/>
              </a:defRPr>
            </a:pPr>
            <a:r>
              <a:rPr sz="1700" dirty="0" err="1"/>
              <a:t>Puede</a:t>
            </a:r>
            <a:r>
              <a:rPr sz="1700" dirty="0"/>
              <a:t> </a:t>
            </a:r>
            <a:r>
              <a:rPr sz="1700" dirty="0" err="1"/>
              <a:t>deberse</a:t>
            </a:r>
            <a:r>
              <a:rPr sz="1700" dirty="0"/>
              <a:t> a un error de </a:t>
            </a:r>
            <a:r>
              <a:rPr sz="1700" dirty="0" err="1"/>
              <a:t>registro</a:t>
            </a:r>
            <a:r>
              <a:rPr sz="1700" dirty="0"/>
              <a:t>, </a:t>
            </a:r>
            <a:r>
              <a:rPr sz="1700" dirty="0" err="1"/>
              <a:t>captura</a:t>
            </a:r>
            <a:r>
              <a:rPr sz="1700" dirty="0"/>
              <a:t> o ser un valor real e </a:t>
            </a:r>
            <a:r>
              <a:rPr sz="1700" dirty="0" err="1"/>
              <a:t>inusual</a:t>
            </a:r>
            <a:r>
              <a:rPr sz="1700" dirty="0"/>
              <a:t>.</a:t>
            </a:r>
          </a:p>
          <a:p>
            <a:pPr algn="just">
              <a:spcAft>
                <a:spcPts val="800"/>
              </a:spcAft>
              <a:defRPr sz="1600">
                <a:solidFill>
                  <a:srgbClr val="000000"/>
                </a:solidFill>
                <a:latin typeface="Montserrat"/>
              </a:defRPr>
            </a:pPr>
            <a:r>
              <a:rPr sz="1700" dirty="0"/>
              <a:t>Debe </a:t>
            </a:r>
            <a:r>
              <a:rPr sz="1700" dirty="0" err="1"/>
              <a:t>verificarse</a:t>
            </a:r>
            <a:r>
              <a:rPr sz="1700" dirty="0"/>
              <a:t> antes de </a:t>
            </a:r>
            <a:r>
              <a:rPr sz="1700" dirty="0" err="1"/>
              <a:t>eliminarla</a:t>
            </a:r>
            <a:r>
              <a:rPr sz="1700" dirty="0"/>
              <a:t>.</a:t>
            </a:r>
          </a:p>
          <a:p>
            <a:pPr algn="just">
              <a:spcAft>
                <a:spcPts val="800"/>
              </a:spcAft>
              <a:defRPr sz="1600">
                <a:solidFill>
                  <a:srgbClr val="000000"/>
                </a:solidFill>
                <a:latin typeface="Montserrat"/>
              </a:defRPr>
            </a:pPr>
            <a:r>
              <a:rPr sz="1700" dirty="0"/>
              <a:t>Con </a:t>
            </a:r>
            <a:r>
              <a:rPr sz="1700" dirty="0" err="1"/>
              <a:t>puntuaciones</a:t>
            </a:r>
            <a:r>
              <a:rPr sz="1700" dirty="0"/>
              <a:t> z, el </a:t>
            </a:r>
            <a:r>
              <a:rPr sz="1700" dirty="0" err="1"/>
              <a:t>capítulo</a:t>
            </a:r>
            <a:r>
              <a:rPr sz="1700" dirty="0"/>
              <a:t> </a:t>
            </a:r>
            <a:r>
              <a:rPr sz="1700" dirty="0" err="1"/>
              <a:t>recomienda</a:t>
            </a:r>
            <a:r>
              <a:rPr sz="1700" dirty="0"/>
              <a:t> </a:t>
            </a:r>
            <a:r>
              <a:rPr sz="1700" dirty="0" err="1"/>
              <a:t>revisar</a:t>
            </a:r>
            <a:r>
              <a:rPr sz="1700" dirty="0"/>
              <a:t> </a:t>
            </a:r>
            <a:r>
              <a:rPr sz="1700" dirty="0" err="1"/>
              <a:t>valores</a:t>
            </a:r>
            <a:r>
              <a:rPr sz="1700" dirty="0"/>
              <a:t> con z &lt; −3 o z &gt; +3.</a:t>
            </a:r>
          </a:p>
          <a:p>
            <a:pPr algn="just">
              <a:spcAft>
                <a:spcPts val="800"/>
              </a:spcAft>
              <a:defRPr sz="1600">
                <a:solidFill>
                  <a:srgbClr val="000000"/>
                </a:solidFill>
                <a:latin typeface="Montserrat"/>
              </a:defRPr>
            </a:pPr>
            <a:r>
              <a:rPr sz="1700" dirty="0"/>
              <a:t>El </a:t>
            </a:r>
            <a:r>
              <a:rPr sz="1700" dirty="0" err="1"/>
              <a:t>análisis</a:t>
            </a:r>
            <a:r>
              <a:rPr sz="1700" dirty="0"/>
              <a:t> con </a:t>
            </a:r>
            <a:r>
              <a:rPr sz="1700" dirty="0" err="1"/>
              <a:t>diagrama</a:t>
            </a:r>
            <a:r>
              <a:rPr sz="1700" dirty="0"/>
              <a:t> de </a:t>
            </a:r>
            <a:r>
              <a:rPr sz="1700" dirty="0" err="1"/>
              <a:t>caja</a:t>
            </a:r>
            <a:r>
              <a:rPr sz="1700" dirty="0"/>
              <a:t> </a:t>
            </a:r>
            <a:r>
              <a:rPr sz="1700" dirty="0" err="1"/>
              <a:t>ofrece</a:t>
            </a:r>
            <a:r>
              <a:rPr sz="1700" dirty="0"/>
              <a:t> </a:t>
            </a:r>
            <a:r>
              <a:rPr sz="1700" dirty="0" err="1"/>
              <a:t>otra</a:t>
            </a:r>
            <a:r>
              <a:rPr sz="1700" dirty="0"/>
              <a:t> </a:t>
            </a:r>
            <a:r>
              <a:rPr sz="1700" dirty="0" err="1"/>
              <a:t>vía</a:t>
            </a:r>
            <a:r>
              <a:rPr sz="1700" dirty="0"/>
              <a:t> de </a:t>
            </a:r>
            <a:r>
              <a:rPr sz="1700" dirty="0" err="1"/>
              <a:t>detección</a:t>
            </a:r>
            <a:r>
              <a:rPr sz="1700" dirty="0"/>
              <a:t>.</a:t>
            </a:r>
          </a:p>
        </p:txBody>
      </p:sp>
      <p:sp>
        <p:nvSpPr>
          <p:cNvPr id="10" name="Rounded Rectangle 9"/>
          <p:cNvSpPr/>
          <p:nvPr/>
        </p:nvSpPr>
        <p:spPr>
          <a:xfrm>
            <a:off x="7726678" y="2067560"/>
            <a:ext cx="4018282" cy="1760744"/>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91270" y="2177287"/>
            <a:ext cx="3627314" cy="338554"/>
          </a:xfrm>
          <a:prstGeom prst="rect">
            <a:avLst/>
          </a:prstGeom>
          <a:noFill/>
        </p:spPr>
        <p:txBody>
          <a:bodyPr wrap="square" anchor="t">
            <a:spAutoFit/>
          </a:bodyPr>
          <a:lstStyle/>
          <a:p>
            <a:pPr algn="l">
              <a:defRPr sz="1600" b="1">
                <a:solidFill>
                  <a:srgbClr val="D5433C"/>
                </a:solidFill>
                <a:latin typeface="Montserrat"/>
              </a:defRPr>
            </a:pPr>
            <a:r>
              <a:t>Decisión correcta</a:t>
            </a:r>
          </a:p>
        </p:txBody>
      </p:sp>
      <p:sp>
        <p:nvSpPr>
          <p:cNvPr id="12" name="TextBox 11"/>
          <p:cNvSpPr txBox="1"/>
          <p:nvPr/>
        </p:nvSpPr>
        <p:spPr>
          <a:xfrm>
            <a:off x="7891270" y="2570480"/>
            <a:ext cx="3627314" cy="877163"/>
          </a:xfrm>
          <a:prstGeom prst="rect">
            <a:avLst/>
          </a:prstGeom>
          <a:noFill/>
        </p:spPr>
        <p:txBody>
          <a:bodyPr wrap="square" anchor="t">
            <a:spAutoFit/>
          </a:bodyPr>
          <a:lstStyle/>
          <a:p>
            <a:pPr algn="just">
              <a:defRPr sz="1500" b="0">
                <a:solidFill>
                  <a:srgbClr val="5A5F69"/>
                </a:solidFill>
                <a:latin typeface="Montserrat"/>
              </a:defRPr>
            </a:pPr>
            <a:r>
              <a:rPr sz="1700" dirty="0"/>
              <a:t>No </a:t>
            </a:r>
            <a:r>
              <a:rPr sz="1700" dirty="0" err="1"/>
              <a:t>eliminar</a:t>
            </a:r>
            <a:r>
              <a:rPr sz="1700" dirty="0"/>
              <a:t> </a:t>
            </a:r>
            <a:r>
              <a:rPr sz="1700" dirty="0" err="1"/>
              <a:t>automáticamente</a:t>
            </a:r>
            <a:r>
              <a:rPr sz="1700" dirty="0"/>
              <a:t>: primero </a:t>
            </a:r>
            <a:r>
              <a:rPr sz="1700" dirty="0" err="1"/>
              <a:t>verificar</a:t>
            </a:r>
            <a:r>
              <a:rPr sz="1700" dirty="0"/>
              <a:t> </a:t>
            </a:r>
            <a:r>
              <a:rPr sz="1700" dirty="0" err="1"/>
              <a:t>exactitud</a:t>
            </a:r>
            <a:r>
              <a:rPr sz="1700" dirty="0"/>
              <a:t> y </a:t>
            </a:r>
            <a:r>
              <a:rPr sz="1700" dirty="0" err="1"/>
              <a:t>pertinencia</a:t>
            </a:r>
            <a:r>
              <a:rPr sz="1700" dirty="0"/>
              <a:t>.</a:t>
            </a:r>
          </a:p>
        </p:txBody>
      </p:sp>
      <p:sp>
        <p:nvSpPr>
          <p:cNvPr id="13" name="Rounded Rectangle 12"/>
          <p:cNvSpPr/>
          <p:nvPr/>
        </p:nvSpPr>
        <p:spPr>
          <a:xfrm>
            <a:off x="7726678" y="3804920"/>
            <a:ext cx="4018282" cy="1760744"/>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91270" y="3914647"/>
            <a:ext cx="3627314" cy="338554"/>
          </a:xfrm>
          <a:prstGeom prst="rect">
            <a:avLst/>
          </a:prstGeom>
          <a:noFill/>
        </p:spPr>
        <p:txBody>
          <a:bodyPr wrap="square" anchor="t">
            <a:spAutoFit/>
          </a:bodyPr>
          <a:lstStyle/>
          <a:p>
            <a:pPr algn="l">
              <a:defRPr sz="1600" b="1">
                <a:solidFill>
                  <a:srgbClr val="E1B73D"/>
                </a:solidFill>
                <a:latin typeface="Montserrat"/>
              </a:defRPr>
            </a:pPr>
            <a:r>
              <a:t>Ejemplo</a:t>
            </a:r>
          </a:p>
        </p:txBody>
      </p:sp>
      <p:sp>
        <p:nvSpPr>
          <p:cNvPr id="15" name="TextBox 14"/>
          <p:cNvSpPr txBox="1"/>
          <p:nvPr/>
        </p:nvSpPr>
        <p:spPr>
          <a:xfrm>
            <a:off x="7891270" y="4307840"/>
            <a:ext cx="3627314" cy="1138773"/>
          </a:xfrm>
          <a:prstGeom prst="rect">
            <a:avLst/>
          </a:prstGeom>
          <a:noFill/>
        </p:spPr>
        <p:txBody>
          <a:bodyPr wrap="square" anchor="t">
            <a:spAutoFit/>
          </a:bodyPr>
          <a:lstStyle/>
          <a:p>
            <a:pPr algn="just">
              <a:defRPr sz="1400" b="0">
                <a:solidFill>
                  <a:srgbClr val="5A5F69"/>
                </a:solidFill>
                <a:latin typeface="Montserrat"/>
              </a:defRPr>
            </a:pPr>
            <a:r>
              <a:rPr sz="1700" dirty="0"/>
              <a:t>En </a:t>
            </a:r>
            <a:r>
              <a:rPr sz="1700" dirty="0" err="1"/>
              <a:t>los</a:t>
            </a:r>
            <a:r>
              <a:rPr sz="1700" dirty="0"/>
              <a:t> </a:t>
            </a:r>
            <a:r>
              <a:rPr sz="1700" dirty="0" err="1"/>
              <a:t>tamaños</a:t>
            </a:r>
            <a:r>
              <a:rPr sz="1700" dirty="0"/>
              <a:t> de </a:t>
            </a:r>
            <a:r>
              <a:rPr sz="1700" dirty="0" err="1"/>
              <a:t>grupo</a:t>
            </a:r>
            <a:r>
              <a:rPr sz="1700" dirty="0"/>
              <a:t>, z = −1.50 no </a:t>
            </a:r>
            <a:r>
              <a:rPr sz="1700" dirty="0" err="1"/>
              <a:t>alcanza</a:t>
            </a:r>
            <a:r>
              <a:rPr sz="1700" dirty="0"/>
              <a:t> el umbral de ±3; no se </a:t>
            </a:r>
            <a:r>
              <a:rPr sz="1700" dirty="0" err="1"/>
              <a:t>identifica</a:t>
            </a:r>
            <a:r>
              <a:rPr sz="1700" dirty="0"/>
              <a:t> un </a:t>
            </a:r>
            <a:r>
              <a:rPr sz="1700" dirty="0" err="1"/>
              <a:t>atípico</a:t>
            </a:r>
            <a:r>
              <a:rPr sz="1700" dirty="0"/>
              <a:t> </a:t>
            </a:r>
            <a:r>
              <a:rPr sz="1700" dirty="0" err="1"/>
              <a:t>por</a:t>
            </a:r>
            <a:r>
              <a:rPr sz="1700" dirty="0"/>
              <a:t> </a:t>
            </a:r>
            <a:r>
              <a:rPr sz="1700" dirty="0" err="1"/>
              <a:t>este</a:t>
            </a:r>
            <a:r>
              <a:rPr sz="1700" dirty="0"/>
              <a:t> </a:t>
            </a:r>
            <a:r>
              <a:rPr sz="1700" dirty="0" err="1"/>
              <a:t>método</a:t>
            </a:r>
            <a:r>
              <a:rPr sz="1700" dirty="0"/>
              <a:t>.</a:t>
            </a:r>
          </a:p>
        </p:txBody>
      </p:sp>
      <p:sp>
        <p:nvSpPr>
          <p:cNvPr id="16" name="TextBox 15"/>
          <p:cNvSpPr txBox="1"/>
          <p:nvPr/>
        </p:nvSpPr>
        <p:spPr>
          <a:xfrm>
            <a:off x="1765300" y="5818670"/>
            <a:ext cx="8448039" cy="338554"/>
          </a:xfrm>
          <a:prstGeom prst="rect">
            <a:avLst/>
          </a:prstGeom>
          <a:noFill/>
        </p:spPr>
        <p:txBody>
          <a:bodyPr wrap="square" anchor="t">
            <a:spAutoFit/>
          </a:bodyPr>
          <a:lstStyle/>
          <a:p>
            <a:pPr algn="ctr">
              <a:defRPr sz="1600" b="1">
                <a:solidFill>
                  <a:srgbClr val="24398A"/>
                </a:solidFill>
                <a:latin typeface="Montserrat"/>
              </a:defRPr>
            </a:pPr>
            <a:r>
              <a:rPr dirty="0" err="1"/>
              <a:t>Buscar</a:t>
            </a:r>
            <a:r>
              <a:rPr dirty="0"/>
              <a:t> </a:t>
            </a:r>
            <a:r>
              <a:rPr dirty="0" err="1"/>
              <a:t>atípicos</a:t>
            </a:r>
            <a:r>
              <a:rPr dirty="0"/>
              <a:t> antes de </a:t>
            </a:r>
            <a:r>
              <a:rPr dirty="0" err="1"/>
              <a:t>tomar</a:t>
            </a:r>
            <a:r>
              <a:rPr dirty="0"/>
              <a:t> </a:t>
            </a:r>
            <a:r>
              <a:rPr dirty="0" err="1"/>
              <a:t>decisiones</a:t>
            </a:r>
            <a:r>
              <a:rPr dirty="0"/>
              <a:t> </a:t>
            </a:r>
            <a:r>
              <a:rPr dirty="0" err="1"/>
              <a:t>mejora</a:t>
            </a:r>
            <a:r>
              <a:rPr dirty="0"/>
              <a:t> la </a:t>
            </a:r>
            <a:r>
              <a:rPr dirty="0" err="1"/>
              <a:t>calidad</a:t>
            </a:r>
            <a:r>
              <a:rPr dirty="0"/>
              <a:t> del </a:t>
            </a:r>
            <a:r>
              <a:rPr dirty="0" err="1"/>
              <a:t>análisis</a:t>
            </a:r>
            <a:r>
              <a:rPr dirty="0"/>
              <a:t>.</a:t>
            </a:r>
          </a:p>
        </p:txBody>
      </p:sp>
      <p:sp>
        <p:nvSpPr>
          <p:cNvPr id="18" name="TextBox 17">
            <a:extLst>
              <a:ext uri="{FF2B5EF4-FFF2-40B4-BE49-F238E27FC236}">
                <a16:creationId xmlns:a16="http://schemas.microsoft.com/office/drawing/2014/main" id="{86823D4E-0BE5-06B0-3B76-B66327AD652B}"/>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DCB89608-063F-CBF8-E4D2-6A9C8D493F11}"/>
              </a:ext>
            </a:extLst>
          </p:cNvPr>
          <p:cNvSpPr txBox="1"/>
          <p:nvPr/>
        </p:nvSpPr>
        <p:spPr>
          <a:xfrm>
            <a:off x="502920" y="593598"/>
            <a:ext cx="3977640" cy="400110"/>
          </a:xfrm>
          <a:prstGeom prst="rect">
            <a:avLst/>
          </a:prstGeom>
          <a:noFill/>
        </p:spPr>
        <p:txBody>
          <a:bodyPr wrap="square" anchor="t">
            <a:spAutoFit/>
          </a:bodyPr>
          <a:lstStyle/>
          <a:p>
            <a:pPr algn="l">
              <a:defRPr sz="1700" b="1">
                <a:solidFill>
                  <a:srgbClr val="24398A"/>
                </a:solidFill>
                <a:latin typeface="Montserrat"/>
              </a:defRPr>
            </a:pPr>
            <a:r>
              <a:rPr lang="es-MX" sz="2000" dirty="0"/>
              <a:t>OBSERVACIONES ATÍPICAS</a:t>
            </a:r>
            <a:endParaRPr sz="2000" dirty="0"/>
          </a:p>
        </p:txBody>
      </p:sp>
      <p:sp>
        <p:nvSpPr>
          <p:cNvPr id="19" name="TextBox 18">
            <a:extLst>
              <a:ext uri="{FF2B5EF4-FFF2-40B4-BE49-F238E27FC236}">
                <a16:creationId xmlns:a16="http://schemas.microsoft.com/office/drawing/2014/main" id="{9EC708C2-398F-95D2-2C34-8DF77268041A}"/>
              </a:ext>
            </a:extLst>
          </p:cNvPr>
          <p:cNvSpPr txBox="1"/>
          <p:nvPr/>
        </p:nvSpPr>
        <p:spPr>
          <a:xfrm>
            <a:off x="658368" y="1039235"/>
            <a:ext cx="10954512" cy="969496"/>
          </a:xfrm>
          <a:prstGeom prst="rect">
            <a:avLst/>
          </a:prstGeom>
          <a:noFill/>
        </p:spPr>
        <p:txBody>
          <a:bodyPr wrap="square">
            <a:spAutoFit/>
          </a:bodyPr>
          <a:lstStyle/>
          <a:p>
            <a:pPr algn="just"/>
            <a:r>
              <a:rPr lang="es-MX" sz="1900" dirty="0">
                <a:latin typeface="Montserrat" panose="00000500000000000000" pitchFamily="2" charset="0"/>
              </a:rPr>
              <a:t>Un conjunto de datos a veces tiene una o más observaciones con valores inusualmente grandes o sumamente pequeños. Estos valores extremos se llaman </a:t>
            </a:r>
            <a:r>
              <a:rPr lang="es-MX" sz="1900" b="1" dirty="0">
                <a:latin typeface="Montserrat" panose="00000500000000000000" pitchFamily="2" charset="0"/>
              </a:rPr>
              <a:t>observaciones atípicas</a:t>
            </a:r>
            <a:r>
              <a:rPr lang="es-MX" sz="1900" dirty="0">
                <a:latin typeface="Montserrat" panose="00000500000000000000" pitchFamily="2" charset="0"/>
              </a:rPr>
              <a:t>.</a:t>
            </a:r>
            <a:endParaRPr sz="1900" dirty="0">
              <a:latin typeface="Montserrat" panose="00000500000000000000" pitchFamily="2"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F1801-0E3E-2BE9-B83C-61A70364186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ACC758A-FC4B-6E30-5E79-65890B3EDE59}"/>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E159722-1F73-2D1E-483C-22A91CE848B5}"/>
              </a:ext>
            </a:extLst>
          </p:cNvPr>
          <p:cNvSpPr txBox="1"/>
          <p:nvPr/>
        </p:nvSpPr>
        <p:spPr>
          <a:xfrm>
            <a:off x="502920" y="228600"/>
            <a:ext cx="369012" cy="246221"/>
          </a:xfrm>
          <a:prstGeom prst="rect">
            <a:avLst/>
          </a:prstGeom>
          <a:noFill/>
        </p:spPr>
        <p:txBody>
          <a:bodyPr wrap="none">
            <a:spAutoFit/>
          </a:bodyPr>
          <a:lstStyle/>
          <a:p>
            <a:pPr>
              <a:defRPr sz="1000" b="1">
                <a:solidFill>
                  <a:srgbClr val="EBA93B"/>
                </a:solidFill>
                <a:latin typeface="Montserrat"/>
              </a:defRPr>
            </a:pPr>
            <a:r>
              <a:rPr dirty="0"/>
              <a:t>3.</a:t>
            </a:r>
            <a:r>
              <a:rPr lang="es-MX" dirty="0"/>
              <a:t>3</a:t>
            </a:r>
            <a:endParaRPr dirty="0"/>
          </a:p>
        </p:txBody>
      </p:sp>
      <p:sp>
        <p:nvSpPr>
          <p:cNvPr id="5" name="TextBox 4">
            <a:extLst>
              <a:ext uri="{FF2B5EF4-FFF2-40B4-BE49-F238E27FC236}">
                <a16:creationId xmlns:a16="http://schemas.microsoft.com/office/drawing/2014/main" id="{8A84565B-432C-FFEC-EF55-989FFC112D83}"/>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a:extLst>
              <a:ext uri="{FF2B5EF4-FFF2-40B4-BE49-F238E27FC236}">
                <a16:creationId xmlns:a16="http://schemas.microsoft.com/office/drawing/2014/main" id="{0663E95A-C344-898F-78CB-C7164A66848D}"/>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B5C2727B-EED7-F67F-3C40-921CEF5CB931}"/>
              </a:ext>
            </a:extLst>
          </p:cNvPr>
          <p:cNvSpPr txBox="1"/>
          <p:nvPr/>
        </p:nvSpPr>
        <p:spPr>
          <a:xfrm>
            <a:off x="533398" y="746760"/>
            <a:ext cx="3520441" cy="369332"/>
          </a:xfrm>
          <a:prstGeom prst="rect">
            <a:avLst/>
          </a:prstGeom>
          <a:noFill/>
        </p:spPr>
        <p:txBody>
          <a:bodyPr wrap="square" anchor="t">
            <a:spAutoFit/>
          </a:bodyPr>
          <a:lstStyle/>
          <a:p>
            <a:pPr algn="l">
              <a:defRPr sz="1800" b="1">
                <a:solidFill>
                  <a:srgbClr val="24398A"/>
                </a:solidFill>
                <a:latin typeface="Montserrat"/>
              </a:defRPr>
            </a:pPr>
            <a:r>
              <a:rPr lang="es-MX" dirty="0"/>
              <a:t>Ejercicio NCAA</a:t>
            </a:r>
            <a:endParaRPr dirty="0"/>
          </a:p>
        </p:txBody>
      </p:sp>
      <p:sp>
        <p:nvSpPr>
          <p:cNvPr id="10" name="TextBox 9">
            <a:extLst>
              <a:ext uri="{FF2B5EF4-FFF2-40B4-BE49-F238E27FC236}">
                <a16:creationId xmlns:a16="http://schemas.microsoft.com/office/drawing/2014/main" id="{DA998E36-5E08-A1F7-345A-07D556C83639}"/>
              </a:ext>
            </a:extLst>
          </p:cNvPr>
          <p:cNvSpPr txBox="1"/>
          <p:nvPr/>
        </p:nvSpPr>
        <p:spPr>
          <a:xfrm>
            <a:off x="640080" y="1429020"/>
            <a:ext cx="10972800" cy="4093428"/>
          </a:xfrm>
          <a:prstGeom prst="rect">
            <a:avLst/>
          </a:prstGeom>
          <a:noFill/>
        </p:spPr>
        <p:txBody>
          <a:bodyPr wrap="square">
            <a:spAutoFit/>
          </a:bodyPr>
          <a:lstStyle/>
          <a:p>
            <a:pPr algn="just"/>
            <a:r>
              <a:rPr lang="es-MX" sz="2000" dirty="0">
                <a:latin typeface="Montserrat" panose="00000500000000000000" pitchFamily="2" charset="0"/>
              </a:rPr>
              <a:t>Una muestra de puntuaciones de 10 partidos de basquetbol colegial de la NCAA proporcionó los datos siguientes (</a:t>
            </a:r>
            <a:r>
              <a:rPr lang="es-MX" sz="2000" i="1" dirty="0">
                <a:latin typeface="Montserrat" panose="00000500000000000000" pitchFamily="2" charset="0"/>
              </a:rPr>
              <a:t>USA Today, </a:t>
            </a:r>
            <a:r>
              <a:rPr lang="es-MX" sz="2000" dirty="0">
                <a:latin typeface="Montserrat" panose="00000500000000000000" pitchFamily="2" charset="0"/>
              </a:rPr>
              <a:t>26 de enero de 2004).</a:t>
            </a:r>
          </a:p>
          <a:p>
            <a:pPr algn="just"/>
            <a:endParaRPr lang="es-MX" sz="2000" i="1" dirty="0">
              <a:latin typeface="Montserrat" panose="00000500000000000000" pitchFamily="2" charset="0"/>
            </a:endParaRPr>
          </a:p>
          <a:p>
            <a:pPr algn="just"/>
            <a:r>
              <a:rPr lang="es-MX" sz="2000" i="1" dirty="0">
                <a:latin typeface="Montserrat" panose="00000500000000000000" pitchFamily="2" charset="0"/>
              </a:rPr>
              <a:t>a</a:t>
            </a:r>
            <a:r>
              <a:rPr lang="es-MX" sz="2000" dirty="0">
                <a:latin typeface="Montserrat" panose="00000500000000000000" pitchFamily="2" charset="0"/>
              </a:rPr>
              <a:t>) Calcule la media y la desviación estándar de los puntos anotados por el equipo ganador.</a:t>
            </a:r>
          </a:p>
          <a:p>
            <a:pPr algn="just"/>
            <a:r>
              <a:rPr lang="es-MX" sz="2000" i="1" dirty="0">
                <a:latin typeface="Montserrat" panose="00000500000000000000" pitchFamily="2" charset="0"/>
              </a:rPr>
              <a:t>b</a:t>
            </a:r>
            <a:r>
              <a:rPr lang="es-MX" sz="2000" dirty="0">
                <a:latin typeface="Montserrat" panose="00000500000000000000" pitchFamily="2" charset="0"/>
              </a:rPr>
              <a:t>) Suponga que los puntos anotados por los equipos triunfadores en todos los partidos de la NCAA siguen una distribución con forma de campana. Utilizando la media y la desviación estándar obtenidas en el inciso </a:t>
            </a:r>
            <a:r>
              <a:rPr lang="es-MX" sz="2000" i="1" dirty="0">
                <a:latin typeface="Montserrat" panose="00000500000000000000" pitchFamily="2" charset="0"/>
              </a:rPr>
              <a:t>a</a:t>
            </a:r>
            <a:r>
              <a:rPr lang="es-MX" sz="2000" dirty="0">
                <a:latin typeface="Montserrat" panose="00000500000000000000" pitchFamily="2" charset="0"/>
              </a:rPr>
              <a:t>), estime el porcentaje de los partidos de la NCAA en los cuales el equipo ganador anota 84 puntos o más. Calcule el porcentaje de los partidos de la NCAA en los cuales el equipo triunfador anota más de 90 puntos.</a:t>
            </a:r>
          </a:p>
          <a:p>
            <a:pPr algn="just"/>
            <a:r>
              <a:rPr lang="es-MX" sz="2000" i="1" dirty="0">
                <a:latin typeface="Montserrat" panose="00000500000000000000" pitchFamily="2" charset="0"/>
              </a:rPr>
              <a:t>c</a:t>
            </a:r>
            <a:r>
              <a:rPr lang="es-MX" sz="2000" dirty="0">
                <a:latin typeface="Montserrat" panose="00000500000000000000" pitchFamily="2" charset="0"/>
              </a:rPr>
              <a:t>) Calcule la media y la desviación estándar del margen de victoria. ¿Los datos contienen observaciones atípicas? Explique por qué.</a:t>
            </a:r>
            <a:endParaRPr sz="2000" dirty="0">
              <a:latin typeface="Montserrat" panose="00000500000000000000" pitchFamily="2" charset="0"/>
            </a:endParaRPr>
          </a:p>
        </p:txBody>
      </p:sp>
      <p:sp>
        <p:nvSpPr>
          <p:cNvPr id="22" name="TextBox 21">
            <a:extLst>
              <a:ext uri="{FF2B5EF4-FFF2-40B4-BE49-F238E27FC236}">
                <a16:creationId xmlns:a16="http://schemas.microsoft.com/office/drawing/2014/main" id="{5770505E-F64C-43D3-B923-AFD53559EC4A}"/>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Tree>
    <p:extLst>
      <p:ext uri="{BB962C8B-B14F-4D97-AF65-F5344CB8AC3E}">
        <p14:creationId xmlns:p14="http://schemas.microsoft.com/office/powerpoint/2010/main" val="119782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EA3A-52D9-AE61-92F2-AE0AA5B5926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1E77859-F663-6D49-1BE5-F22431F47659}"/>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FD12D13-9119-F15A-0FF8-DB1398FA2D79}"/>
              </a:ext>
            </a:extLst>
          </p:cNvPr>
          <p:cNvSpPr txBox="1"/>
          <p:nvPr/>
        </p:nvSpPr>
        <p:spPr>
          <a:xfrm>
            <a:off x="502920" y="228600"/>
            <a:ext cx="369012" cy="246221"/>
          </a:xfrm>
          <a:prstGeom prst="rect">
            <a:avLst/>
          </a:prstGeom>
          <a:noFill/>
        </p:spPr>
        <p:txBody>
          <a:bodyPr wrap="none">
            <a:spAutoFit/>
          </a:bodyPr>
          <a:lstStyle/>
          <a:p>
            <a:pPr>
              <a:defRPr sz="1000" b="1">
                <a:solidFill>
                  <a:srgbClr val="EBA93B"/>
                </a:solidFill>
                <a:latin typeface="Montserrat"/>
              </a:defRPr>
            </a:pPr>
            <a:r>
              <a:rPr dirty="0"/>
              <a:t>3.</a:t>
            </a:r>
            <a:r>
              <a:rPr lang="es-MX" dirty="0"/>
              <a:t>3</a:t>
            </a:r>
            <a:endParaRPr dirty="0"/>
          </a:p>
        </p:txBody>
      </p:sp>
      <p:sp>
        <p:nvSpPr>
          <p:cNvPr id="5" name="TextBox 4">
            <a:extLst>
              <a:ext uri="{FF2B5EF4-FFF2-40B4-BE49-F238E27FC236}">
                <a16:creationId xmlns:a16="http://schemas.microsoft.com/office/drawing/2014/main" id="{CEF019E2-E301-84A1-19B3-DB9D78A135C7}"/>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a:extLst>
              <a:ext uri="{FF2B5EF4-FFF2-40B4-BE49-F238E27FC236}">
                <a16:creationId xmlns:a16="http://schemas.microsoft.com/office/drawing/2014/main" id="{2E2183CB-D53A-22D7-3863-8B488E0AA52F}"/>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FBFF3B23-8CA5-AECA-FF46-3BAEBFD8D4B7}"/>
              </a:ext>
            </a:extLst>
          </p:cNvPr>
          <p:cNvSpPr txBox="1"/>
          <p:nvPr/>
        </p:nvSpPr>
        <p:spPr>
          <a:xfrm>
            <a:off x="533398" y="746760"/>
            <a:ext cx="3520441" cy="369332"/>
          </a:xfrm>
          <a:prstGeom prst="rect">
            <a:avLst/>
          </a:prstGeom>
          <a:noFill/>
        </p:spPr>
        <p:txBody>
          <a:bodyPr wrap="square" anchor="t">
            <a:spAutoFit/>
          </a:bodyPr>
          <a:lstStyle/>
          <a:p>
            <a:pPr>
              <a:defRPr sz="1800" b="1">
                <a:solidFill>
                  <a:srgbClr val="24398A"/>
                </a:solidFill>
                <a:latin typeface="Montserrat"/>
              </a:defRPr>
            </a:pPr>
            <a:r>
              <a:rPr lang="es-MX" dirty="0"/>
              <a:t>Ejercicio NCAA</a:t>
            </a:r>
          </a:p>
        </p:txBody>
      </p:sp>
      <p:sp>
        <p:nvSpPr>
          <p:cNvPr id="10" name="TextBox 9">
            <a:extLst>
              <a:ext uri="{FF2B5EF4-FFF2-40B4-BE49-F238E27FC236}">
                <a16:creationId xmlns:a16="http://schemas.microsoft.com/office/drawing/2014/main" id="{F3FEED80-7FF0-37AC-C4EF-FE568A063BD0}"/>
              </a:ext>
            </a:extLst>
          </p:cNvPr>
          <p:cNvSpPr txBox="1"/>
          <p:nvPr/>
        </p:nvSpPr>
        <p:spPr>
          <a:xfrm>
            <a:off x="497840" y="1327420"/>
            <a:ext cx="5255663" cy="4524315"/>
          </a:xfrm>
          <a:prstGeom prst="rect">
            <a:avLst/>
          </a:prstGeom>
          <a:noFill/>
        </p:spPr>
        <p:txBody>
          <a:bodyPr wrap="square">
            <a:spAutoFit/>
          </a:bodyPr>
          <a:lstStyle/>
          <a:p>
            <a:r>
              <a:rPr lang="es-MX" b="1" dirty="0"/>
              <a:t>a) Media y desviación estándar</a:t>
            </a:r>
          </a:p>
          <a:p>
            <a:r>
              <a:rPr lang="es-MX" b="1" dirty="0"/>
              <a:t>En SPSS</a:t>
            </a:r>
          </a:p>
          <a:p>
            <a:pPr lvl="0"/>
            <a:r>
              <a:rPr lang="es-MX" dirty="0"/>
              <a:t>Abre </a:t>
            </a:r>
            <a:r>
              <a:rPr lang="es-MX" b="1" dirty="0"/>
              <a:t>3.1. </a:t>
            </a:r>
            <a:r>
              <a:rPr lang="es-MX" b="1" dirty="0" err="1"/>
              <a:t>NCAA.sav</a:t>
            </a:r>
            <a:r>
              <a:rPr lang="es-MX" dirty="0"/>
              <a:t>. </a:t>
            </a:r>
          </a:p>
          <a:p>
            <a:pPr lvl="0"/>
            <a:r>
              <a:rPr lang="es-MX" dirty="0"/>
              <a:t>Ve al menú:</a:t>
            </a:r>
            <a:br>
              <a:rPr lang="es-MX" dirty="0"/>
            </a:br>
            <a:r>
              <a:rPr lang="es-MX" b="1" dirty="0"/>
              <a:t>Analizar → Estadísticos descriptivos → Frecuencias...</a:t>
            </a:r>
            <a:r>
              <a:rPr lang="es-MX" dirty="0"/>
              <a:t> </a:t>
            </a:r>
          </a:p>
          <a:p>
            <a:pPr lvl="0"/>
            <a:r>
              <a:rPr lang="es-MX" dirty="0"/>
              <a:t>Seleccionar la variable: </a:t>
            </a:r>
          </a:p>
          <a:p>
            <a:pPr lvl="1"/>
            <a:r>
              <a:rPr lang="es-MX" dirty="0"/>
              <a:t>Puntos del equipo ganador (</a:t>
            </a:r>
            <a:r>
              <a:rPr lang="es-MX" dirty="0" err="1"/>
              <a:t>points</a:t>
            </a:r>
            <a:r>
              <a:rPr lang="es-MX" dirty="0"/>
              <a:t>) </a:t>
            </a:r>
          </a:p>
          <a:p>
            <a:pPr lvl="0"/>
            <a:r>
              <a:rPr lang="es-MX" dirty="0"/>
              <a:t>Pasarla a </a:t>
            </a:r>
            <a:r>
              <a:rPr lang="es-MX" b="1" dirty="0"/>
              <a:t>Variables</a:t>
            </a:r>
            <a:r>
              <a:rPr lang="es-MX" dirty="0"/>
              <a:t>. </a:t>
            </a:r>
          </a:p>
          <a:p>
            <a:pPr lvl="0"/>
            <a:r>
              <a:rPr lang="es-MX" dirty="0"/>
              <a:t>Haz clic en </a:t>
            </a:r>
            <a:r>
              <a:rPr lang="es-MX" b="1" dirty="0"/>
              <a:t>Estadísticos...</a:t>
            </a:r>
            <a:r>
              <a:rPr lang="es-MX" dirty="0"/>
              <a:t> </a:t>
            </a:r>
          </a:p>
          <a:p>
            <a:pPr lvl="0"/>
            <a:r>
              <a:rPr lang="es-MX" dirty="0"/>
              <a:t>Marca: </a:t>
            </a:r>
          </a:p>
          <a:p>
            <a:pPr lvl="1"/>
            <a:r>
              <a:rPr lang="es-MX" b="1" dirty="0"/>
              <a:t>Media</a:t>
            </a:r>
            <a:r>
              <a:rPr lang="es-MX" dirty="0"/>
              <a:t> </a:t>
            </a:r>
          </a:p>
          <a:p>
            <a:pPr lvl="1"/>
            <a:r>
              <a:rPr lang="es-MX" b="1" dirty="0"/>
              <a:t>Desviación estándar</a:t>
            </a:r>
          </a:p>
          <a:p>
            <a:pPr lvl="1"/>
            <a:r>
              <a:rPr lang="es-MX" dirty="0"/>
              <a:t>Desmarcar </a:t>
            </a:r>
            <a:r>
              <a:rPr lang="es-MX" b="1" dirty="0"/>
              <a:t>Mostrar tablas de frecuencias</a:t>
            </a:r>
            <a:r>
              <a:rPr lang="es-MX" dirty="0"/>
              <a:t> </a:t>
            </a:r>
          </a:p>
          <a:p>
            <a:pPr lvl="0"/>
            <a:r>
              <a:rPr lang="es-MX" dirty="0"/>
              <a:t>Haz clic en </a:t>
            </a:r>
            <a:r>
              <a:rPr lang="es-MX" b="1" dirty="0"/>
              <a:t>Continuar</a:t>
            </a:r>
            <a:r>
              <a:rPr lang="es-MX" dirty="0"/>
              <a:t>. </a:t>
            </a:r>
          </a:p>
          <a:p>
            <a:pPr lvl="0"/>
            <a:r>
              <a:rPr lang="es-MX" dirty="0"/>
              <a:t>Haz clic en </a:t>
            </a:r>
            <a:r>
              <a:rPr lang="es-MX" b="1" dirty="0"/>
              <a:t>Aceptar</a:t>
            </a:r>
            <a:r>
              <a:rPr lang="es-MX" dirty="0"/>
              <a:t>. </a:t>
            </a:r>
          </a:p>
          <a:p>
            <a:r>
              <a:rPr lang="es-MX" dirty="0"/>
              <a:t>SPSS te generará una tabla con los resultados.</a:t>
            </a:r>
          </a:p>
        </p:txBody>
      </p:sp>
      <p:sp>
        <p:nvSpPr>
          <p:cNvPr id="22" name="TextBox 21">
            <a:extLst>
              <a:ext uri="{FF2B5EF4-FFF2-40B4-BE49-F238E27FC236}">
                <a16:creationId xmlns:a16="http://schemas.microsoft.com/office/drawing/2014/main" id="{57DB913D-75B4-2742-E9B1-DD8E1DC37F58}"/>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B736111D-40FD-026D-2B74-58973F96B00C}"/>
              </a:ext>
            </a:extLst>
          </p:cNvPr>
          <p:cNvSpPr txBox="1"/>
          <p:nvPr/>
        </p:nvSpPr>
        <p:spPr>
          <a:xfrm>
            <a:off x="6438497" y="1278463"/>
            <a:ext cx="5255663" cy="3970318"/>
          </a:xfrm>
          <a:prstGeom prst="rect">
            <a:avLst/>
          </a:prstGeom>
          <a:noFill/>
        </p:spPr>
        <p:txBody>
          <a:bodyPr wrap="square">
            <a:spAutoFit/>
          </a:bodyPr>
          <a:lstStyle/>
          <a:p>
            <a:r>
              <a:rPr lang="es-MX" b="1" dirty="0"/>
              <a:t>b) Porcentaje en los que el ganador anota 84 y 90 puntos o más</a:t>
            </a:r>
          </a:p>
          <a:p>
            <a:r>
              <a:rPr lang="es-MX" b="1" dirty="0"/>
              <a:t>En SPSS</a:t>
            </a:r>
          </a:p>
          <a:p>
            <a:pPr lvl="0"/>
            <a:r>
              <a:rPr lang="es-MX" dirty="0"/>
              <a:t>Abre </a:t>
            </a:r>
            <a:r>
              <a:rPr lang="es-MX" b="1" dirty="0"/>
              <a:t>3.1. </a:t>
            </a:r>
            <a:r>
              <a:rPr lang="es-MX" b="1" dirty="0" err="1"/>
              <a:t>NCAA.sav</a:t>
            </a:r>
            <a:r>
              <a:rPr lang="es-MX" dirty="0"/>
              <a:t>. </a:t>
            </a:r>
          </a:p>
          <a:p>
            <a:pPr lvl="0"/>
            <a:r>
              <a:rPr lang="es-MX" dirty="0"/>
              <a:t>Ve al menú:</a:t>
            </a:r>
            <a:br>
              <a:rPr lang="es-MX" dirty="0"/>
            </a:br>
            <a:r>
              <a:rPr lang="es-MX" b="1" dirty="0"/>
              <a:t>Transformar → Calcular variable...</a:t>
            </a:r>
            <a:r>
              <a:rPr lang="es-MX" dirty="0"/>
              <a:t> </a:t>
            </a:r>
          </a:p>
          <a:p>
            <a:pPr lvl="0"/>
            <a:r>
              <a:rPr lang="es-MX" dirty="0"/>
              <a:t>En</a:t>
            </a:r>
            <a:r>
              <a:rPr lang="es-MX" b="1" dirty="0"/>
              <a:t> Variable de destino</a:t>
            </a:r>
            <a:r>
              <a:rPr lang="es-MX" dirty="0"/>
              <a:t>, escribe: Z84 </a:t>
            </a:r>
          </a:p>
          <a:p>
            <a:r>
              <a:rPr lang="es-MX" dirty="0"/>
              <a:t>En </a:t>
            </a:r>
            <a:r>
              <a:rPr lang="es-MX" b="1" dirty="0"/>
              <a:t>Expresión numérica</a:t>
            </a:r>
            <a:r>
              <a:rPr lang="es-MX" dirty="0"/>
              <a:t>, escribe: (84-76.5)/7.01</a:t>
            </a:r>
          </a:p>
          <a:p>
            <a:pPr lvl="0"/>
            <a:r>
              <a:rPr lang="es-MX" dirty="0"/>
              <a:t>En</a:t>
            </a:r>
            <a:r>
              <a:rPr lang="es-MX" b="1" dirty="0"/>
              <a:t> Variable de destino</a:t>
            </a:r>
            <a:r>
              <a:rPr lang="es-MX" dirty="0"/>
              <a:t>, escribe: P84 </a:t>
            </a:r>
          </a:p>
          <a:p>
            <a:r>
              <a:rPr lang="es-MX" dirty="0"/>
              <a:t>En </a:t>
            </a:r>
            <a:r>
              <a:rPr lang="es-MX" b="1" dirty="0"/>
              <a:t>Expresión numérica</a:t>
            </a:r>
            <a:r>
              <a:rPr lang="es-MX" dirty="0"/>
              <a:t>, escribe: 1-(84-76.5)/7.01</a:t>
            </a:r>
          </a:p>
          <a:p>
            <a:pPr lvl="0"/>
            <a:r>
              <a:rPr lang="es-MX" dirty="0"/>
              <a:t>En</a:t>
            </a:r>
            <a:r>
              <a:rPr lang="es-MX" b="1" dirty="0"/>
              <a:t> Variable de destino</a:t>
            </a:r>
            <a:r>
              <a:rPr lang="es-MX" dirty="0"/>
              <a:t>, escribe: P84 </a:t>
            </a:r>
          </a:p>
          <a:p>
            <a:r>
              <a:rPr lang="es-MX" dirty="0"/>
              <a:t>En </a:t>
            </a:r>
            <a:r>
              <a:rPr lang="es-MX" b="1" dirty="0"/>
              <a:t>Expresión numérica</a:t>
            </a:r>
            <a:r>
              <a:rPr lang="es-MX" dirty="0"/>
              <a:t>, escribe: 1-(90-76.5)/7.01</a:t>
            </a:r>
          </a:p>
          <a:p>
            <a:r>
              <a:rPr lang="es-MX" dirty="0"/>
              <a:t>Funciones y variables especiales: CDF.NORMAL</a:t>
            </a:r>
          </a:p>
          <a:p>
            <a:pPr lvl="0"/>
            <a:r>
              <a:rPr lang="es-MX" dirty="0"/>
              <a:t>Haz clic en </a:t>
            </a:r>
            <a:r>
              <a:rPr lang="es-MX" b="1" dirty="0"/>
              <a:t>Aceptar</a:t>
            </a:r>
            <a:r>
              <a:rPr lang="es-MX" dirty="0"/>
              <a:t>. </a:t>
            </a:r>
          </a:p>
        </p:txBody>
      </p:sp>
    </p:spTree>
    <p:extLst>
      <p:ext uri="{BB962C8B-B14F-4D97-AF65-F5344CB8AC3E}">
        <p14:creationId xmlns:p14="http://schemas.microsoft.com/office/powerpoint/2010/main" val="1964635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6E92D-BDC7-90A7-9547-ADDCE249358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69CEC4E-04F4-D2E7-1E4B-C5E18468906E}"/>
              </a:ext>
            </a:extLst>
          </p:cNvPr>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7D5515A-6FC0-584E-BF85-FAB5AF651AA6}"/>
              </a:ext>
            </a:extLst>
          </p:cNvPr>
          <p:cNvSpPr txBox="1"/>
          <p:nvPr/>
        </p:nvSpPr>
        <p:spPr>
          <a:xfrm>
            <a:off x="502920" y="228600"/>
            <a:ext cx="369012" cy="246221"/>
          </a:xfrm>
          <a:prstGeom prst="rect">
            <a:avLst/>
          </a:prstGeom>
          <a:noFill/>
        </p:spPr>
        <p:txBody>
          <a:bodyPr wrap="none">
            <a:spAutoFit/>
          </a:bodyPr>
          <a:lstStyle/>
          <a:p>
            <a:pPr>
              <a:defRPr sz="1000" b="1">
                <a:solidFill>
                  <a:srgbClr val="EBA93B"/>
                </a:solidFill>
                <a:latin typeface="Montserrat"/>
              </a:defRPr>
            </a:pPr>
            <a:r>
              <a:rPr dirty="0"/>
              <a:t>3.</a:t>
            </a:r>
            <a:r>
              <a:rPr lang="es-MX" dirty="0"/>
              <a:t>3</a:t>
            </a:r>
            <a:endParaRPr dirty="0"/>
          </a:p>
        </p:txBody>
      </p:sp>
      <p:sp>
        <p:nvSpPr>
          <p:cNvPr id="5" name="TextBox 4">
            <a:extLst>
              <a:ext uri="{FF2B5EF4-FFF2-40B4-BE49-F238E27FC236}">
                <a16:creationId xmlns:a16="http://schemas.microsoft.com/office/drawing/2014/main" id="{45C1467A-5A4A-2511-0CDE-3FF42805CB8F}"/>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Mediana: el valor central</a:t>
            </a:r>
          </a:p>
        </p:txBody>
      </p:sp>
      <p:sp>
        <p:nvSpPr>
          <p:cNvPr id="6" name="Rectangle 5">
            <a:extLst>
              <a:ext uri="{FF2B5EF4-FFF2-40B4-BE49-F238E27FC236}">
                <a16:creationId xmlns:a16="http://schemas.microsoft.com/office/drawing/2014/main" id="{EEC1CE50-EC34-09DB-6B7F-EE15E7E0FF5E}"/>
              </a:ext>
            </a:extLst>
          </p:cNvPr>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44AE52EA-D512-B615-0623-B2F339DC7618}"/>
              </a:ext>
            </a:extLst>
          </p:cNvPr>
          <p:cNvSpPr txBox="1"/>
          <p:nvPr/>
        </p:nvSpPr>
        <p:spPr>
          <a:xfrm>
            <a:off x="533398" y="746760"/>
            <a:ext cx="3520441" cy="369332"/>
          </a:xfrm>
          <a:prstGeom prst="rect">
            <a:avLst/>
          </a:prstGeom>
          <a:noFill/>
        </p:spPr>
        <p:txBody>
          <a:bodyPr wrap="square" anchor="t">
            <a:spAutoFit/>
          </a:bodyPr>
          <a:lstStyle/>
          <a:p>
            <a:pPr>
              <a:defRPr sz="1800" b="1">
                <a:solidFill>
                  <a:srgbClr val="24398A"/>
                </a:solidFill>
                <a:latin typeface="Montserrat"/>
              </a:defRPr>
            </a:pPr>
            <a:r>
              <a:rPr lang="es-MX" dirty="0"/>
              <a:t>Ejercicio NCAA</a:t>
            </a:r>
          </a:p>
        </p:txBody>
      </p:sp>
      <p:sp>
        <p:nvSpPr>
          <p:cNvPr id="10" name="TextBox 9">
            <a:extLst>
              <a:ext uri="{FF2B5EF4-FFF2-40B4-BE49-F238E27FC236}">
                <a16:creationId xmlns:a16="http://schemas.microsoft.com/office/drawing/2014/main" id="{FE99D9BD-D62F-70D0-C8A7-449B82B3EF64}"/>
              </a:ext>
            </a:extLst>
          </p:cNvPr>
          <p:cNvSpPr txBox="1"/>
          <p:nvPr/>
        </p:nvSpPr>
        <p:spPr>
          <a:xfrm>
            <a:off x="497840" y="1327420"/>
            <a:ext cx="5255663" cy="3970318"/>
          </a:xfrm>
          <a:prstGeom prst="rect">
            <a:avLst/>
          </a:prstGeom>
          <a:noFill/>
        </p:spPr>
        <p:txBody>
          <a:bodyPr wrap="square">
            <a:spAutoFit/>
          </a:bodyPr>
          <a:lstStyle/>
          <a:p>
            <a:r>
              <a:rPr lang="es-MX" b="1" dirty="0"/>
              <a:t>c) Media y Desviación </a:t>
            </a:r>
            <a:r>
              <a:rPr lang="es-MX" b="1" dirty="0" err="1"/>
              <a:t>Std</a:t>
            </a:r>
            <a:r>
              <a:rPr lang="es-MX" b="1" dirty="0"/>
              <a:t>. Magen de la victoria</a:t>
            </a:r>
          </a:p>
          <a:p>
            <a:r>
              <a:rPr lang="es-MX" b="1" dirty="0"/>
              <a:t>En SPSS</a:t>
            </a:r>
          </a:p>
          <a:p>
            <a:pPr lvl="0"/>
            <a:r>
              <a:rPr lang="es-MX" dirty="0"/>
              <a:t>Abre </a:t>
            </a:r>
            <a:r>
              <a:rPr lang="es-MX" b="1" dirty="0"/>
              <a:t>3.1. </a:t>
            </a:r>
            <a:r>
              <a:rPr lang="es-MX" b="1" dirty="0" err="1"/>
              <a:t>NCAA.sav</a:t>
            </a:r>
            <a:r>
              <a:rPr lang="es-MX" dirty="0"/>
              <a:t>. </a:t>
            </a:r>
          </a:p>
          <a:p>
            <a:pPr lvl="0"/>
            <a:r>
              <a:rPr lang="es-MX" dirty="0"/>
              <a:t>Ve al menú:</a:t>
            </a:r>
            <a:br>
              <a:rPr lang="es-MX" dirty="0"/>
            </a:br>
            <a:r>
              <a:rPr lang="es-MX" b="1" dirty="0"/>
              <a:t>Transformar → Calcular variable...</a:t>
            </a:r>
            <a:r>
              <a:rPr lang="es-MX" dirty="0"/>
              <a:t> </a:t>
            </a:r>
          </a:p>
          <a:p>
            <a:pPr lvl="0"/>
            <a:r>
              <a:rPr lang="es-MX" dirty="0"/>
              <a:t>En</a:t>
            </a:r>
            <a:r>
              <a:rPr lang="es-MX" b="1" dirty="0"/>
              <a:t> Variable objetivo</a:t>
            </a:r>
            <a:r>
              <a:rPr lang="es-MX" dirty="0"/>
              <a:t>, </a:t>
            </a:r>
            <a:r>
              <a:rPr lang="es-MX" dirty="0" err="1"/>
              <a:t>MargenVictoria</a:t>
            </a:r>
            <a:r>
              <a:rPr lang="es-MX" dirty="0"/>
              <a:t> </a:t>
            </a:r>
          </a:p>
          <a:p>
            <a:r>
              <a:rPr lang="es-MX" dirty="0"/>
              <a:t>En </a:t>
            </a:r>
            <a:r>
              <a:rPr lang="es-MX" b="1" dirty="0"/>
              <a:t>Expresión numérica</a:t>
            </a:r>
            <a:r>
              <a:rPr lang="es-MX" dirty="0"/>
              <a:t>, </a:t>
            </a:r>
            <a:r>
              <a:rPr lang="es-MX" dirty="0" err="1"/>
              <a:t>PuntosGanador</a:t>
            </a:r>
            <a:r>
              <a:rPr lang="es-MX" dirty="0"/>
              <a:t> - </a:t>
            </a:r>
            <a:r>
              <a:rPr lang="es-MX" dirty="0" err="1"/>
              <a:t>PuntosPerdedor</a:t>
            </a:r>
            <a:endParaRPr lang="es-MX" dirty="0"/>
          </a:p>
          <a:p>
            <a:pPr lvl="0"/>
            <a:r>
              <a:rPr lang="es-MX" dirty="0"/>
              <a:t>Analizar → Estadísticos descriptivos → Frecuencias </a:t>
            </a:r>
          </a:p>
          <a:p>
            <a:r>
              <a:rPr lang="es-MX" dirty="0"/>
              <a:t>Selecciona Estadísticos</a:t>
            </a:r>
          </a:p>
          <a:p>
            <a:pPr lvl="0"/>
            <a:r>
              <a:rPr lang="es-MX" dirty="0"/>
              <a:t>Marca: Media, Desviación Estándar, Mínimo, Máximo, Cuartíles</a:t>
            </a:r>
          </a:p>
          <a:p>
            <a:r>
              <a:rPr lang="es-MX" b="1" dirty="0"/>
              <a:t>Continuar</a:t>
            </a:r>
            <a:endParaRPr lang="es-MX" dirty="0"/>
          </a:p>
          <a:p>
            <a:pPr lvl="0"/>
            <a:r>
              <a:rPr lang="es-MX" dirty="0"/>
              <a:t>Haz clic en </a:t>
            </a:r>
            <a:r>
              <a:rPr lang="es-MX" b="1" dirty="0"/>
              <a:t>Aceptar</a:t>
            </a:r>
            <a:r>
              <a:rPr lang="es-MX" dirty="0"/>
              <a:t>. </a:t>
            </a:r>
          </a:p>
        </p:txBody>
      </p:sp>
      <p:sp>
        <p:nvSpPr>
          <p:cNvPr id="22" name="TextBox 21">
            <a:extLst>
              <a:ext uri="{FF2B5EF4-FFF2-40B4-BE49-F238E27FC236}">
                <a16:creationId xmlns:a16="http://schemas.microsoft.com/office/drawing/2014/main" id="{5EBCF4C7-B5D8-F609-F418-F892E40033D1}"/>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8" name="TextBox 7">
            <a:extLst>
              <a:ext uri="{FF2B5EF4-FFF2-40B4-BE49-F238E27FC236}">
                <a16:creationId xmlns:a16="http://schemas.microsoft.com/office/drawing/2014/main" id="{C073B83B-D2A7-57CA-6348-2E37428E7551}"/>
              </a:ext>
            </a:extLst>
          </p:cNvPr>
          <p:cNvSpPr txBox="1"/>
          <p:nvPr/>
        </p:nvSpPr>
        <p:spPr>
          <a:xfrm>
            <a:off x="6438497" y="1278463"/>
            <a:ext cx="5255663" cy="2862322"/>
          </a:xfrm>
          <a:prstGeom prst="rect">
            <a:avLst/>
          </a:prstGeom>
          <a:noFill/>
        </p:spPr>
        <p:txBody>
          <a:bodyPr wrap="square">
            <a:spAutoFit/>
          </a:bodyPr>
          <a:lstStyle/>
          <a:p>
            <a:r>
              <a:rPr lang="es-MX" b="1" dirty="0"/>
              <a:t>Valores atípicos</a:t>
            </a:r>
          </a:p>
          <a:p>
            <a:r>
              <a:rPr lang="es-MX" b="1" dirty="0"/>
              <a:t>En SPSS</a:t>
            </a:r>
          </a:p>
          <a:p>
            <a:pPr lvl="0"/>
            <a:r>
              <a:rPr lang="es-MX" dirty="0"/>
              <a:t>Abre </a:t>
            </a:r>
            <a:r>
              <a:rPr lang="es-MX" b="1" dirty="0"/>
              <a:t>3.1. </a:t>
            </a:r>
            <a:r>
              <a:rPr lang="es-MX" b="1" dirty="0" err="1"/>
              <a:t>NCAA.sav</a:t>
            </a:r>
            <a:r>
              <a:rPr lang="es-MX" dirty="0"/>
              <a:t>. </a:t>
            </a:r>
          </a:p>
          <a:p>
            <a:pPr lvl="0"/>
            <a:r>
              <a:rPr lang="es-MX" dirty="0"/>
              <a:t>Ve al menú:</a:t>
            </a:r>
            <a:br>
              <a:rPr lang="es-MX" dirty="0"/>
            </a:br>
            <a:r>
              <a:rPr lang="es-MX" dirty="0"/>
              <a:t>Analizar → Estadísticos descriptivos → Explorar </a:t>
            </a:r>
          </a:p>
          <a:p>
            <a:r>
              <a:rPr lang="es-MX" dirty="0"/>
              <a:t>Coloca: </a:t>
            </a:r>
            <a:r>
              <a:rPr lang="es-MX" b="1" dirty="0" err="1"/>
              <a:t>MargenVictoria</a:t>
            </a:r>
            <a:r>
              <a:rPr lang="es-MX" b="1" dirty="0"/>
              <a:t> → Lista de dependientes</a:t>
            </a:r>
            <a:endParaRPr lang="es-MX" dirty="0"/>
          </a:p>
          <a:p>
            <a:r>
              <a:rPr lang="es-MX" b="1" dirty="0"/>
              <a:t>Después Gráficos </a:t>
            </a:r>
            <a:r>
              <a:rPr lang="es-MX" dirty="0"/>
              <a:t>Selecciona: </a:t>
            </a:r>
            <a:r>
              <a:rPr lang="es-MX" b="1" dirty="0"/>
              <a:t>Diagramas de caja</a:t>
            </a:r>
            <a:endParaRPr lang="es-MX" dirty="0"/>
          </a:p>
          <a:p>
            <a:r>
              <a:rPr lang="es-MX" dirty="0"/>
              <a:t>Factor de niveles juntos</a:t>
            </a:r>
          </a:p>
          <a:p>
            <a:r>
              <a:rPr lang="es-MX" b="1" dirty="0"/>
              <a:t>Continuar</a:t>
            </a:r>
          </a:p>
          <a:p>
            <a:pPr lvl="0"/>
            <a:r>
              <a:rPr lang="es-MX" dirty="0"/>
              <a:t>Haz clic en </a:t>
            </a:r>
            <a:r>
              <a:rPr lang="es-MX" b="1" dirty="0"/>
              <a:t>Aceptar</a:t>
            </a:r>
            <a:r>
              <a:rPr lang="es-MX" dirty="0"/>
              <a:t>. </a:t>
            </a:r>
          </a:p>
        </p:txBody>
      </p:sp>
    </p:spTree>
    <p:extLst>
      <p:ext uri="{BB962C8B-B14F-4D97-AF65-F5344CB8AC3E}">
        <p14:creationId xmlns:p14="http://schemas.microsoft.com/office/powerpoint/2010/main" val="144590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005840"/>
            <a:ext cx="1280160" cy="640080"/>
          </a:xfrm>
          <a:prstGeom prst="rect">
            <a:avLst/>
          </a:prstGeom>
          <a:noFill/>
        </p:spPr>
        <p:txBody>
          <a:bodyPr wrap="square" anchor="t">
            <a:spAutoFit/>
          </a:bodyPr>
          <a:lstStyle/>
          <a:p>
            <a:pPr algn="l">
              <a:defRPr sz="2400" b="1">
                <a:solidFill>
                  <a:srgbClr val="E1B73D"/>
                </a:solidFill>
                <a:latin typeface="Montserrat"/>
              </a:defRPr>
            </a:pPr>
            <a:r>
              <a:t>3.4</a:t>
            </a:r>
          </a:p>
        </p:txBody>
      </p:sp>
      <p:sp>
        <p:nvSpPr>
          <p:cNvPr id="5" name="TextBox 4"/>
          <p:cNvSpPr txBox="1"/>
          <p:nvPr/>
        </p:nvSpPr>
        <p:spPr>
          <a:xfrm>
            <a:off x="685800" y="1828800"/>
            <a:ext cx="10607040" cy="1005840"/>
          </a:xfrm>
          <a:prstGeom prst="rect">
            <a:avLst/>
          </a:prstGeom>
          <a:noFill/>
        </p:spPr>
        <p:txBody>
          <a:bodyPr wrap="square" anchor="t">
            <a:spAutoFit/>
          </a:bodyPr>
          <a:lstStyle/>
          <a:p>
            <a:pPr algn="l">
              <a:defRPr sz="3800" b="1">
                <a:solidFill>
                  <a:srgbClr val="FFFFFF"/>
                </a:solidFill>
                <a:latin typeface="Montserrat"/>
              </a:defRPr>
            </a:pPr>
            <a:r>
              <a:t>Análisis exploratorio de datos</a:t>
            </a:r>
          </a:p>
        </p:txBody>
      </p:sp>
      <p:sp>
        <p:nvSpPr>
          <p:cNvPr id="6" name="TextBox 5"/>
          <p:cNvSpPr txBox="1"/>
          <p:nvPr/>
        </p:nvSpPr>
        <p:spPr>
          <a:xfrm>
            <a:off x="713232" y="2971800"/>
            <a:ext cx="9875520" cy="1188720"/>
          </a:xfrm>
          <a:prstGeom prst="rect">
            <a:avLst/>
          </a:prstGeom>
          <a:noFill/>
        </p:spPr>
        <p:txBody>
          <a:bodyPr wrap="square" anchor="t">
            <a:spAutoFit/>
          </a:bodyPr>
          <a:lstStyle/>
          <a:p>
            <a:pPr algn="l">
              <a:defRPr sz="2000" b="0">
                <a:solidFill>
                  <a:srgbClr val="E1E6F5"/>
                </a:solidFill>
                <a:latin typeface="Montserrat"/>
              </a:defRPr>
            </a:pPr>
            <a:r>
              <a:t>Resume y visualiza la distribución mediante el resumen de cinco números y el diagrama de caja.</a:t>
            </a:r>
          </a:p>
        </p:txBody>
      </p:sp>
      <p:sp>
        <p:nvSpPr>
          <p:cNvPr id="7" name="Oval 6"/>
          <p:cNvSpPr/>
          <p:nvPr/>
        </p:nvSpPr>
        <p:spPr>
          <a:xfrm>
            <a:off x="9052560" y="5394960"/>
            <a:ext cx="292608" cy="292608"/>
          </a:xfrm>
          <a:prstGeom prst="ellipse">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55480" y="5394960"/>
            <a:ext cx="292608" cy="292608"/>
          </a:xfrm>
          <a:prstGeom prst="ellipse">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5394960"/>
            <a:ext cx="292608" cy="292608"/>
          </a:xfrm>
          <a:prstGeom prst="ellipse">
            <a:avLst/>
          </a:prstGeom>
          <a:solidFill>
            <a:srgbClr val="D54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61320" y="5394960"/>
            <a:ext cx="292608" cy="292608"/>
          </a:xfrm>
          <a:prstGeom prst="ellipse">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3.4</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Resumen de cinco números</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2448560"/>
            <a:ext cx="1965960" cy="141732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558287"/>
            <a:ext cx="1636776" cy="320040"/>
          </a:xfrm>
          <a:prstGeom prst="rect">
            <a:avLst/>
          </a:prstGeom>
          <a:noFill/>
        </p:spPr>
        <p:txBody>
          <a:bodyPr wrap="square" anchor="t">
            <a:spAutoFit/>
          </a:bodyPr>
          <a:lstStyle/>
          <a:p>
            <a:pPr algn="l">
              <a:defRPr sz="1500" b="1">
                <a:solidFill>
                  <a:srgbClr val="24398A"/>
                </a:solidFill>
                <a:latin typeface="Montserrat"/>
              </a:defRPr>
            </a:pPr>
            <a:r>
              <a:t>1</a:t>
            </a:r>
          </a:p>
        </p:txBody>
      </p:sp>
      <p:sp>
        <p:nvSpPr>
          <p:cNvPr id="11" name="TextBox 10"/>
          <p:cNvSpPr txBox="1"/>
          <p:nvPr/>
        </p:nvSpPr>
        <p:spPr>
          <a:xfrm>
            <a:off x="896112" y="2951480"/>
            <a:ext cx="1636776" cy="822960"/>
          </a:xfrm>
          <a:prstGeom prst="rect">
            <a:avLst/>
          </a:prstGeom>
          <a:noFill/>
        </p:spPr>
        <p:txBody>
          <a:bodyPr wrap="square" anchor="t">
            <a:spAutoFit/>
          </a:bodyPr>
          <a:lstStyle/>
          <a:p>
            <a:pPr algn="l">
              <a:defRPr sz="1800" b="0">
                <a:solidFill>
                  <a:srgbClr val="5A5F69"/>
                </a:solidFill>
                <a:latin typeface="Montserrat"/>
              </a:defRPr>
            </a:pPr>
            <a:r>
              <a:t>Valor menor</a:t>
            </a:r>
          </a:p>
        </p:txBody>
      </p:sp>
      <p:sp>
        <p:nvSpPr>
          <p:cNvPr id="12" name="Rounded Rectangle 11"/>
          <p:cNvSpPr/>
          <p:nvPr/>
        </p:nvSpPr>
        <p:spPr>
          <a:xfrm>
            <a:off x="2971800" y="2448560"/>
            <a:ext cx="1965960" cy="141732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36392" y="2558287"/>
            <a:ext cx="1636776" cy="320040"/>
          </a:xfrm>
          <a:prstGeom prst="rect">
            <a:avLst/>
          </a:prstGeom>
          <a:noFill/>
        </p:spPr>
        <p:txBody>
          <a:bodyPr wrap="square" anchor="t">
            <a:spAutoFit/>
          </a:bodyPr>
          <a:lstStyle/>
          <a:p>
            <a:pPr algn="l">
              <a:defRPr sz="1500" b="1">
                <a:solidFill>
                  <a:srgbClr val="E1B73D"/>
                </a:solidFill>
                <a:latin typeface="Montserrat"/>
              </a:defRPr>
            </a:pPr>
            <a:r>
              <a:t>2</a:t>
            </a:r>
          </a:p>
        </p:txBody>
      </p:sp>
      <p:sp>
        <p:nvSpPr>
          <p:cNvPr id="14" name="TextBox 13"/>
          <p:cNvSpPr txBox="1"/>
          <p:nvPr/>
        </p:nvSpPr>
        <p:spPr>
          <a:xfrm>
            <a:off x="3136392" y="2951480"/>
            <a:ext cx="1636776" cy="822960"/>
          </a:xfrm>
          <a:prstGeom prst="rect">
            <a:avLst/>
          </a:prstGeom>
          <a:noFill/>
        </p:spPr>
        <p:txBody>
          <a:bodyPr wrap="square" anchor="t">
            <a:spAutoFit/>
          </a:bodyPr>
          <a:lstStyle/>
          <a:p>
            <a:pPr algn="l">
              <a:defRPr sz="1800" b="0">
                <a:solidFill>
                  <a:srgbClr val="5A5F69"/>
                </a:solidFill>
                <a:latin typeface="Montserrat"/>
              </a:defRPr>
            </a:pPr>
            <a:r>
              <a:t>Q1</a:t>
            </a:r>
          </a:p>
        </p:txBody>
      </p:sp>
      <p:sp>
        <p:nvSpPr>
          <p:cNvPr id="15" name="Rounded Rectangle 14"/>
          <p:cNvSpPr/>
          <p:nvPr/>
        </p:nvSpPr>
        <p:spPr>
          <a:xfrm>
            <a:off x="5212080" y="2448560"/>
            <a:ext cx="1965960" cy="141732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76672" y="2558287"/>
            <a:ext cx="1636776" cy="320040"/>
          </a:xfrm>
          <a:prstGeom prst="rect">
            <a:avLst/>
          </a:prstGeom>
          <a:noFill/>
        </p:spPr>
        <p:txBody>
          <a:bodyPr wrap="square" anchor="t">
            <a:spAutoFit/>
          </a:bodyPr>
          <a:lstStyle/>
          <a:p>
            <a:pPr algn="l">
              <a:defRPr sz="1500" b="1">
                <a:solidFill>
                  <a:srgbClr val="EBA93B"/>
                </a:solidFill>
                <a:latin typeface="Montserrat"/>
              </a:defRPr>
            </a:pPr>
            <a:r>
              <a:t>3</a:t>
            </a:r>
          </a:p>
        </p:txBody>
      </p:sp>
      <p:sp>
        <p:nvSpPr>
          <p:cNvPr id="17" name="TextBox 16"/>
          <p:cNvSpPr txBox="1"/>
          <p:nvPr/>
        </p:nvSpPr>
        <p:spPr>
          <a:xfrm>
            <a:off x="5376672" y="2951480"/>
            <a:ext cx="1636776" cy="822960"/>
          </a:xfrm>
          <a:prstGeom prst="rect">
            <a:avLst/>
          </a:prstGeom>
          <a:noFill/>
        </p:spPr>
        <p:txBody>
          <a:bodyPr wrap="square" anchor="t">
            <a:spAutoFit/>
          </a:bodyPr>
          <a:lstStyle/>
          <a:p>
            <a:pPr algn="l">
              <a:defRPr sz="1800" b="0">
                <a:solidFill>
                  <a:srgbClr val="5A5F69"/>
                </a:solidFill>
                <a:latin typeface="Montserrat"/>
              </a:defRPr>
            </a:pPr>
            <a:r>
              <a:t>Mediana (Q2)</a:t>
            </a:r>
          </a:p>
        </p:txBody>
      </p:sp>
      <p:sp>
        <p:nvSpPr>
          <p:cNvPr id="18" name="Rounded Rectangle 17"/>
          <p:cNvSpPr/>
          <p:nvPr/>
        </p:nvSpPr>
        <p:spPr>
          <a:xfrm>
            <a:off x="7452360" y="2448560"/>
            <a:ext cx="1965960" cy="141732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16952" y="2558287"/>
            <a:ext cx="1636776" cy="320040"/>
          </a:xfrm>
          <a:prstGeom prst="rect">
            <a:avLst/>
          </a:prstGeom>
          <a:noFill/>
        </p:spPr>
        <p:txBody>
          <a:bodyPr wrap="square" anchor="t">
            <a:spAutoFit/>
          </a:bodyPr>
          <a:lstStyle/>
          <a:p>
            <a:pPr algn="l">
              <a:defRPr sz="1500" b="1">
                <a:solidFill>
                  <a:srgbClr val="5CA847"/>
                </a:solidFill>
                <a:latin typeface="Montserrat"/>
              </a:defRPr>
            </a:pPr>
            <a:r>
              <a:t>4</a:t>
            </a:r>
          </a:p>
        </p:txBody>
      </p:sp>
      <p:sp>
        <p:nvSpPr>
          <p:cNvPr id="20" name="TextBox 19"/>
          <p:cNvSpPr txBox="1"/>
          <p:nvPr/>
        </p:nvSpPr>
        <p:spPr>
          <a:xfrm>
            <a:off x="7616952" y="2951480"/>
            <a:ext cx="1636776" cy="822960"/>
          </a:xfrm>
          <a:prstGeom prst="rect">
            <a:avLst/>
          </a:prstGeom>
          <a:noFill/>
        </p:spPr>
        <p:txBody>
          <a:bodyPr wrap="square" anchor="t">
            <a:spAutoFit/>
          </a:bodyPr>
          <a:lstStyle/>
          <a:p>
            <a:pPr algn="l">
              <a:defRPr sz="1800" b="0">
                <a:solidFill>
                  <a:srgbClr val="5A5F69"/>
                </a:solidFill>
                <a:latin typeface="Montserrat"/>
              </a:defRPr>
            </a:pPr>
            <a:r>
              <a:t>Q3</a:t>
            </a:r>
          </a:p>
        </p:txBody>
      </p:sp>
      <p:sp>
        <p:nvSpPr>
          <p:cNvPr id="21" name="Rounded Rectangle 20"/>
          <p:cNvSpPr/>
          <p:nvPr/>
        </p:nvSpPr>
        <p:spPr>
          <a:xfrm>
            <a:off x="9692640" y="2448560"/>
            <a:ext cx="1965960" cy="1417320"/>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57232" y="2558287"/>
            <a:ext cx="1636776" cy="320040"/>
          </a:xfrm>
          <a:prstGeom prst="rect">
            <a:avLst/>
          </a:prstGeom>
          <a:noFill/>
        </p:spPr>
        <p:txBody>
          <a:bodyPr wrap="square" anchor="t">
            <a:spAutoFit/>
          </a:bodyPr>
          <a:lstStyle/>
          <a:p>
            <a:pPr algn="l">
              <a:defRPr sz="1500" b="1">
                <a:solidFill>
                  <a:srgbClr val="D5433C"/>
                </a:solidFill>
                <a:latin typeface="Montserrat"/>
              </a:defRPr>
            </a:pPr>
            <a:r>
              <a:t>5</a:t>
            </a:r>
          </a:p>
        </p:txBody>
      </p:sp>
      <p:sp>
        <p:nvSpPr>
          <p:cNvPr id="23" name="TextBox 22"/>
          <p:cNvSpPr txBox="1"/>
          <p:nvPr/>
        </p:nvSpPr>
        <p:spPr>
          <a:xfrm>
            <a:off x="9857232" y="2951480"/>
            <a:ext cx="1636776" cy="822960"/>
          </a:xfrm>
          <a:prstGeom prst="rect">
            <a:avLst/>
          </a:prstGeom>
          <a:noFill/>
        </p:spPr>
        <p:txBody>
          <a:bodyPr wrap="square" anchor="t">
            <a:spAutoFit/>
          </a:bodyPr>
          <a:lstStyle/>
          <a:p>
            <a:pPr algn="l">
              <a:defRPr sz="1800" b="0">
                <a:solidFill>
                  <a:srgbClr val="5A5F69"/>
                </a:solidFill>
                <a:latin typeface="Montserrat"/>
              </a:defRPr>
            </a:pPr>
            <a:r>
              <a:t>Valor mayor</a:t>
            </a:r>
          </a:p>
        </p:txBody>
      </p:sp>
      <p:sp>
        <p:nvSpPr>
          <p:cNvPr id="24" name="TextBox 23"/>
          <p:cNvSpPr txBox="1"/>
          <p:nvPr/>
        </p:nvSpPr>
        <p:spPr>
          <a:xfrm>
            <a:off x="822960" y="4109720"/>
            <a:ext cx="3850640" cy="369332"/>
          </a:xfrm>
          <a:prstGeom prst="rect">
            <a:avLst/>
          </a:prstGeom>
          <a:noFill/>
        </p:spPr>
        <p:txBody>
          <a:bodyPr wrap="square" anchor="t">
            <a:spAutoFit/>
          </a:bodyPr>
          <a:lstStyle/>
          <a:p>
            <a:pPr algn="l">
              <a:defRPr sz="1800" b="1">
                <a:solidFill>
                  <a:srgbClr val="24398A"/>
                </a:solidFill>
                <a:latin typeface="Montserrat"/>
              </a:defRPr>
            </a:pPr>
            <a:r>
              <a:rPr dirty="0" err="1"/>
              <a:t>Ejemplo</a:t>
            </a:r>
            <a:r>
              <a:rPr dirty="0"/>
              <a:t>: </a:t>
            </a:r>
            <a:r>
              <a:rPr dirty="0" err="1"/>
              <a:t>sueldos</a:t>
            </a:r>
            <a:r>
              <a:rPr dirty="0"/>
              <a:t> </a:t>
            </a:r>
            <a:r>
              <a:rPr dirty="0" err="1"/>
              <a:t>iniciales</a:t>
            </a:r>
            <a:endParaRPr dirty="0"/>
          </a:p>
        </p:txBody>
      </p:sp>
      <p:sp>
        <p:nvSpPr>
          <p:cNvPr id="25" name="Rounded Rectangle 24"/>
          <p:cNvSpPr/>
          <p:nvPr/>
        </p:nvSpPr>
        <p:spPr>
          <a:xfrm>
            <a:off x="822960" y="4566919"/>
            <a:ext cx="10241280" cy="100584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4640071"/>
            <a:ext cx="9875519" cy="228600"/>
          </a:xfrm>
          <a:prstGeom prst="rect">
            <a:avLst/>
          </a:prstGeom>
          <a:noFill/>
        </p:spPr>
        <p:txBody>
          <a:bodyPr wrap="square" anchor="t">
            <a:spAutoFit/>
          </a:bodyPr>
          <a:lstStyle/>
          <a:p>
            <a:pPr algn="l">
              <a:defRPr sz="900" b="1">
                <a:solidFill>
                  <a:srgbClr val="EBA93B"/>
                </a:solidFill>
                <a:latin typeface="Montserrat"/>
              </a:defRPr>
            </a:pPr>
            <a:r>
              <a:t>RESUMEN DE CINCO NÚMEROS</a:t>
            </a:r>
          </a:p>
        </p:txBody>
      </p:sp>
      <p:sp>
        <p:nvSpPr>
          <p:cNvPr id="27" name="TextBox 26"/>
          <p:cNvSpPr txBox="1"/>
          <p:nvPr/>
        </p:nvSpPr>
        <p:spPr>
          <a:xfrm>
            <a:off x="1005840" y="4914392"/>
            <a:ext cx="9875519" cy="548640"/>
          </a:xfrm>
          <a:prstGeom prst="rect">
            <a:avLst/>
          </a:prstGeom>
          <a:noFill/>
        </p:spPr>
        <p:txBody>
          <a:bodyPr wrap="square" anchor="ctr">
            <a:spAutoFit/>
          </a:bodyPr>
          <a:lstStyle/>
          <a:p>
            <a:pPr algn="ctr">
              <a:defRPr sz="2100" b="1">
                <a:solidFill>
                  <a:srgbClr val="24398A"/>
                </a:solidFill>
                <a:latin typeface="Montserrat"/>
              </a:defRPr>
            </a:pPr>
            <a:r>
              <a:t>$3 310  |  $3 465  |  $3 505  |  $3 600  |  $3 925</a:t>
            </a:r>
          </a:p>
        </p:txBody>
      </p:sp>
      <p:sp>
        <p:nvSpPr>
          <p:cNvPr id="28" name="TextBox 27"/>
          <p:cNvSpPr txBox="1"/>
          <p:nvPr/>
        </p:nvSpPr>
        <p:spPr>
          <a:xfrm>
            <a:off x="914400" y="5938520"/>
            <a:ext cx="10058400" cy="457200"/>
          </a:xfrm>
          <a:prstGeom prst="rect">
            <a:avLst/>
          </a:prstGeom>
          <a:noFill/>
        </p:spPr>
        <p:txBody>
          <a:bodyPr wrap="square" anchor="t">
            <a:spAutoFit/>
          </a:bodyPr>
          <a:lstStyle/>
          <a:p>
            <a:pPr algn="ctr">
              <a:defRPr sz="1500" b="0">
                <a:solidFill>
                  <a:srgbClr val="5A5F69"/>
                </a:solidFill>
                <a:latin typeface="Montserrat"/>
              </a:defRPr>
            </a:pPr>
            <a:r>
              <a:t>Entre números adyacentes hay aproximadamente 25% de las observaciones.</a:t>
            </a:r>
          </a:p>
        </p:txBody>
      </p:sp>
      <p:sp>
        <p:nvSpPr>
          <p:cNvPr id="30" name="TextBox 29">
            <a:extLst>
              <a:ext uri="{FF2B5EF4-FFF2-40B4-BE49-F238E27FC236}">
                <a16:creationId xmlns:a16="http://schemas.microsoft.com/office/drawing/2014/main" id="{F8EA792D-1EB4-4FAC-D7AC-2DF593035A0C}"/>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EBF40566-BD5B-4A30-7A18-27B8404159D1}"/>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Detección de observaciones atípicas</a:t>
            </a:r>
          </a:p>
        </p:txBody>
      </p:sp>
      <p:sp>
        <p:nvSpPr>
          <p:cNvPr id="31" name="TextBox 30">
            <a:extLst>
              <a:ext uri="{FF2B5EF4-FFF2-40B4-BE49-F238E27FC236}">
                <a16:creationId xmlns:a16="http://schemas.microsoft.com/office/drawing/2014/main" id="{B664584A-BEC8-0F32-F228-EC47EEC52DF2}"/>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RESUMEN DE CINCO NÚMEROS</a:t>
            </a:r>
            <a:endParaRPr sz="2000" dirty="0"/>
          </a:p>
        </p:txBody>
      </p:sp>
      <p:sp>
        <p:nvSpPr>
          <p:cNvPr id="33" name="TextBox 32">
            <a:extLst>
              <a:ext uri="{FF2B5EF4-FFF2-40B4-BE49-F238E27FC236}">
                <a16:creationId xmlns:a16="http://schemas.microsoft.com/office/drawing/2014/main" id="{AA8F1073-785D-6153-A9C2-C80D71B65E9F}"/>
              </a:ext>
            </a:extLst>
          </p:cNvPr>
          <p:cNvSpPr txBox="1"/>
          <p:nvPr/>
        </p:nvSpPr>
        <p:spPr>
          <a:xfrm>
            <a:off x="658368" y="1039235"/>
            <a:ext cx="10954512" cy="1015663"/>
          </a:xfrm>
          <a:prstGeom prst="rect">
            <a:avLst/>
          </a:prstGeom>
          <a:noFill/>
        </p:spPr>
        <p:txBody>
          <a:bodyPr wrap="square">
            <a:spAutoFit/>
          </a:bodyPr>
          <a:lstStyle/>
          <a:p>
            <a:pPr algn="just"/>
            <a:r>
              <a:rPr lang="es-MX" sz="2000" dirty="0">
                <a:latin typeface="Montserrat" panose="00000500000000000000" pitchFamily="2" charset="0"/>
              </a:rPr>
              <a:t>La manera más fácil de elaborar un resumen de cinco números es colocar primero los datos en orden ascendente. Una vez hecho esto es fácil identificar el valor menor, los tres cuartiles y el valor mayor.</a:t>
            </a:r>
            <a:endParaRPr sz="2000" dirty="0">
              <a:latin typeface="Montserrat" panose="00000500000000000000" pitchFamily="2"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3.4</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Diagrama de caja: construcción e interpretación</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4343400"/>
            <a:ext cx="10241280" cy="54864"/>
          </a:xfrm>
          <a:prstGeom prst="rect">
            <a:avLst/>
          </a:prstGeom>
          <a:solidFill>
            <a:srgbClr val="5A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4572000"/>
            <a:ext cx="822960" cy="274320"/>
          </a:xfrm>
          <a:prstGeom prst="rect">
            <a:avLst/>
          </a:prstGeom>
          <a:noFill/>
        </p:spPr>
        <p:txBody>
          <a:bodyPr wrap="square" anchor="t">
            <a:spAutoFit/>
          </a:bodyPr>
          <a:lstStyle/>
          <a:p>
            <a:pPr algn="ctr">
              <a:defRPr sz="900" b="0">
                <a:solidFill>
                  <a:srgbClr val="5A5F69"/>
                </a:solidFill>
                <a:latin typeface="Montserrat"/>
              </a:defRPr>
            </a:pPr>
            <a:r>
              <a:t>3,310</a:t>
            </a:r>
          </a:p>
        </p:txBody>
      </p:sp>
      <p:sp>
        <p:nvSpPr>
          <p:cNvPr id="11" name="TextBox 10"/>
          <p:cNvSpPr txBox="1"/>
          <p:nvPr/>
        </p:nvSpPr>
        <p:spPr>
          <a:xfrm>
            <a:off x="3520439" y="4572000"/>
            <a:ext cx="822960" cy="274320"/>
          </a:xfrm>
          <a:prstGeom prst="rect">
            <a:avLst/>
          </a:prstGeom>
          <a:noFill/>
        </p:spPr>
        <p:txBody>
          <a:bodyPr wrap="square" anchor="t">
            <a:spAutoFit/>
          </a:bodyPr>
          <a:lstStyle/>
          <a:p>
            <a:pPr algn="ctr">
              <a:defRPr sz="900" b="0">
                <a:solidFill>
                  <a:srgbClr val="5A5F69"/>
                </a:solidFill>
                <a:latin typeface="Montserrat"/>
              </a:defRPr>
            </a:pPr>
            <a:r>
              <a:t>3,465</a:t>
            </a:r>
          </a:p>
        </p:txBody>
      </p:sp>
      <p:sp>
        <p:nvSpPr>
          <p:cNvPr id="12" name="TextBox 11"/>
          <p:cNvSpPr txBox="1"/>
          <p:nvPr/>
        </p:nvSpPr>
        <p:spPr>
          <a:xfrm>
            <a:off x="4160520" y="4572000"/>
            <a:ext cx="822960" cy="274320"/>
          </a:xfrm>
          <a:prstGeom prst="rect">
            <a:avLst/>
          </a:prstGeom>
          <a:noFill/>
        </p:spPr>
        <p:txBody>
          <a:bodyPr wrap="square" anchor="t">
            <a:spAutoFit/>
          </a:bodyPr>
          <a:lstStyle/>
          <a:p>
            <a:pPr algn="ctr">
              <a:defRPr sz="900" b="0">
                <a:solidFill>
                  <a:srgbClr val="5A5F69"/>
                </a:solidFill>
                <a:latin typeface="Montserrat"/>
              </a:defRPr>
            </a:pPr>
            <a:r>
              <a:t>3,505</a:t>
            </a:r>
          </a:p>
        </p:txBody>
      </p:sp>
      <p:sp>
        <p:nvSpPr>
          <p:cNvPr id="13" name="TextBox 12"/>
          <p:cNvSpPr txBox="1"/>
          <p:nvPr/>
        </p:nvSpPr>
        <p:spPr>
          <a:xfrm>
            <a:off x="5257800" y="4572000"/>
            <a:ext cx="822960" cy="274320"/>
          </a:xfrm>
          <a:prstGeom prst="rect">
            <a:avLst/>
          </a:prstGeom>
          <a:noFill/>
        </p:spPr>
        <p:txBody>
          <a:bodyPr wrap="square" anchor="t">
            <a:spAutoFit/>
          </a:bodyPr>
          <a:lstStyle/>
          <a:p>
            <a:pPr algn="ctr">
              <a:defRPr sz="900" b="0">
                <a:solidFill>
                  <a:srgbClr val="5A5F69"/>
                </a:solidFill>
                <a:latin typeface="Montserrat"/>
              </a:defRPr>
            </a:pPr>
            <a:r>
              <a:t>3,600</a:t>
            </a:r>
          </a:p>
        </p:txBody>
      </p:sp>
      <p:sp>
        <p:nvSpPr>
          <p:cNvPr id="14" name="TextBox 13"/>
          <p:cNvSpPr txBox="1"/>
          <p:nvPr/>
        </p:nvSpPr>
        <p:spPr>
          <a:xfrm>
            <a:off x="7086599" y="4572000"/>
            <a:ext cx="822960" cy="274320"/>
          </a:xfrm>
          <a:prstGeom prst="rect">
            <a:avLst/>
          </a:prstGeom>
          <a:noFill/>
        </p:spPr>
        <p:txBody>
          <a:bodyPr wrap="square" anchor="t">
            <a:spAutoFit/>
          </a:bodyPr>
          <a:lstStyle/>
          <a:p>
            <a:pPr algn="ctr">
              <a:defRPr sz="900" b="0">
                <a:solidFill>
                  <a:srgbClr val="5A5F69"/>
                </a:solidFill>
                <a:latin typeface="Montserrat"/>
              </a:defRPr>
            </a:pPr>
            <a:r>
              <a:t>3,730</a:t>
            </a:r>
          </a:p>
        </p:txBody>
      </p:sp>
      <p:sp>
        <p:nvSpPr>
          <p:cNvPr id="15" name="TextBox 14"/>
          <p:cNvSpPr txBox="1"/>
          <p:nvPr/>
        </p:nvSpPr>
        <p:spPr>
          <a:xfrm>
            <a:off x="9372600" y="4572000"/>
            <a:ext cx="822960" cy="274320"/>
          </a:xfrm>
          <a:prstGeom prst="rect">
            <a:avLst/>
          </a:prstGeom>
          <a:noFill/>
        </p:spPr>
        <p:txBody>
          <a:bodyPr wrap="square" anchor="t">
            <a:spAutoFit/>
          </a:bodyPr>
          <a:lstStyle/>
          <a:p>
            <a:pPr algn="ctr">
              <a:defRPr sz="900" b="0">
                <a:solidFill>
                  <a:srgbClr val="5A5F69"/>
                </a:solidFill>
                <a:latin typeface="Montserrat"/>
              </a:defRPr>
            </a:pPr>
            <a:r>
              <a:t>3,925</a:t>
            </a:r>
          </a:p>
        </p:txBody>
      </p:sp>
      <p:sp>
        <p:nvSpPr>
          <p:cNvPr id="16" name="Rectangle 15"/>
          <p:cNvSpPr/>
          <p:nvPr/>
        </p:nvSpPr>
        <p:spPr>
          <a:xfrm>
            <a:off x="3931920" y="3108960"/>
            <a:ext cx="1737360" cy="1005840"/>
          </a:xfrm>
          <a:prstGeom prst="rect">
            <a:avLst/>
          </a:prstGeom>
          <a:solidFill>
            <a:srgbClr val="E7EBFA"/>
          </a:solidFill>
          <a:ln w="2540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3108960"/>
            <a:ext cx="36576" cy="1005840"/>
          </a:xfrm>
          <a:prstGeom prst="rect">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920240" y="3547872"/>
            <a:ext cx="2011680" cy="36576"/>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0" y="3547872"/>
            <a:ext cx="1828800" cy="36576"/>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920240" y="3291840"/>
            <a:ext cx="36576" cy="54864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498079" y="3291840"/>
            <a:ext cx="36576" cy="54864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738360" y="3429000"/>
            <a:ext cx="164592" cy="164592"/>
          </a:xfrm>
          <a:prstGeom prst="ellipse">
            <a:avLst/>
          </a:prstGeom>
          <a:solidFill>
            <a:srgbClr val="D54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03320" y="2606040"/>
            <a:ext cx="457200" cy="274320"/>
          </a:xfrm>
          <a:prstGeom prst="rect">
            <a:avLst/>
          </a:prstGeom>
          <a:noFill/>
        </p:spPr>
        <p:txBody>
          <a:bodyPr wrap="square" anchor="t">
            <a:spAutoFit/>
          </a:bodyPr>
          <a:lstStyle/>
          <a:p>
            <a:pPr algn="ctr">
              <a:defRPr sz="1200" b="1">
                <a:solidFill>
                  <a:srgbClr val="24398A"/>
                </a:solidFill>
                <a:latin typeface="Montserrat"/>
              </a:defRPr>
            </a:pPr>
            <a:r>
              <a:t>Q1</a:t>
            </a:r>
          </a:p>
        </p:txBody>
      </p:sp>
      <p:sp>
        <p:nvSpPr>
          <p:cNvPr id="24" name="TextBox 23"/>
          <p:cNvSpPr txBox="1"/>
          <p:nvPr/>
        </p:nvSpPr>
        <p:spPr>
          <a:xfrm>
            <a:off x="4251960" y="2240280"/>
            <a:ext cx="914400" cy="274320"/>
          </a:xfrm>
          <a:prstGeom prst="rect">
            <a:avLst/>
          </a:prstGeom>
          <a:noFill/>
        </p:spPr>
        <p:txBody>
          <a:bodyPr wrap="square" anchor="t">
            <a:spAutoFit/>
          </a:bodyPr>
          <a:lstStyle/>
          <a:p>
            <a:pPr algn="ctr">
              <a:defRPr sz="1200" b="1">
                <a:solidFill>
                  <a:srgbClr val="EBA93B"/>
                </a:solidFill>
                <a:latin typeface="Montserrat"/>
              </a:defRPr>
            </a:pPr>
            <a:r>
              <a:t>Mediana</a:t>
            </a:r>
          </a:p>
        </p:txBody>
      </p:sp>
      <p:sp>
        <p:nvSpPr>
          <p:cNvPr id="25" name="TextBox 24"/>
          <p:cNvSpPr txBox="1"/>
          <p:nvPr/>
        </p:nvSpPr>
        <p:spPr>
          <a:xfrm>
            <a:off x="5486400" y="2606040"/>
            <a:ext cx="457200" cy="274320"/>
          </a:xfrm>
          <a:prstGeom prst="rect">
            <a:avLst/>
          </a:prstGeom>
          <a:noFill/>
        </p:spPr>
        <p:txBody>
          <a:bodyPr wrap="square" anchor="t">
            <a:spAutoFit/>
          </a:bodyPr>
          <a:lstStyle/>
          <a:p>
            <a:pPr algn="ctr">
              <a:defRPr sz="1200" b="1">
                <a:solidFill>
                  <a:srgbClr val="5CA847"/>
                </a:solidFill>
                <a:latin typeface="Montserrat"/>
              </a:defRPr>
            </a:pPr>
            <a:r>
              <a:t>Q3</a:t>
            </a:r>
          </a:p>
        </p:txBody>
      </p:sp>
      <p:sp>
        <p:nvSpPr>
          <p:cNvPr id="26" name="TextBox 25"/>
          <p:cNvSpPr txBox="1"/>
          <p:nvPr/>
        </p:nvSpPr>
        <p:spPr>
          <a:xfrm>
            <a:off x="9326880" y="2788920"/>
            <a:ext cx="914400" cy="274320"/>
          </a:xfrm>
          <a:prstGeom prst="rect">
            <a:avLst/>
          </a:prstGeom>
          <a:noFill/>
        </p:spPr>
        <p:txBody>
          <a:bodyPr wrap="square" anchor="t">
            <a:spAutoFit/>
          </a:bodyPr>
          <a:lstStyle/>
          <a:p>
            <a:pPr algn="ctr">
              <a:defRPr sz="1100" b="1">
                <a:solidFill>
                  <a:srgbClr val="D5433C"/>
                </a:solidFill>
                <a:latin typeface="Montserrat"/>
              </a:defRPr>
            </a:pPr>
            <a:r>
              <a:t>Atípico</a:t>
            </a:r>
          </a:p>
        </p:txBody>
      </p:sp>
      <p:sp>
        <p:nvSpPr>
          <p:cNvPr id="27" name="Rounded Rectangle 26"/>
          <p:cNvSpPr/>
          <p:nvPr/>
        </p:nvSpPr>
        <p:spPr>
          <a:xfrm>
            <a:off x="914400" y="5257800"/>
            <a:ext cx="10241280" cy="82296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5330952"/>
            <a:ext cx="9875519" cy="228600"/>
          </a:xfrm>
          <a:prstGeom prst="rect">
            <a:avLst/>
          </a:prstGeom>
          <a:noFill/>
        </p:spPr>
        <p:txBody>
          <a:bodyPr wrap="square" anchor="t">
            <a:spAutoFit/>
          </a:bodyPr>
          <a:lstStyle/>
          <a:p>
            <a:pPr algn="l">
              <a:defRPr sz="900" b="1">
                <a:solidFill>
                  <a:srgbClr val="EBA93B"/>
                </a:solidFill>
                <a:latin typeface="Montserrat"/>
              </a:defRPr>
            </a:pPr>
            <a:r>
              <a:t>REGLA DEL DIAGRAMA DE CAJA</a:t>
            </a:r>
          </a:p>
        </p:txBody>
      </p:sp>
      <p:sp>
        <p:nvSpPr>
          <p:cNvPr id="29" name="TextBox 28"/>
          <p:cNvSpPr txBox="1"/>
          <p:nvPr/>
        </p:nvSpPr>
        <p:spPr>
          <a:xfrm>
            <a:off x="1097280" y="5605272"/>
            <a:ext cx="9875519" cy="365760"/>
          </a:xfrm>
          <a:prstGeom prst="rect">
            <a:avLst/>
          </a:prstGeom>
          <a:noFill/>
        </p:spPr>
        <p:txBody>
          <a:bodyPr wrap="square" anchor="ctr">
            <a:spAutoFit/>
          </a:bodyPr>
          <a:lstStyle/>
          <a:p>
            <a:pPr algn="ctr">
              <a:defRPr sz="1700" b="1">
                <a:solidFill>
                  <a:srgbClr val="24398A"/>
                </a:solidFill>
                <a:latin typeface="Montserrat"/>
              </a:defRPr>
            </a:pPr>
            <a:r>
              <a:t>Límites = Q1 − 1.5(RIC)  y  Q3 + 1.5(RIC)</a:t>
            </a:r>
          </a:p>
        </p:txBody>
      </p:sp>
      <p:sp>
        <p:nvSpPr>
          <p:cNvPr id="31" name="TextBox 30">
            <a:extLst>
              <a:ext uri="{FF2B5EF4-FFF2-40B4-BE49-F238E27FC236}">
                <a16:creationId xmlns:a16="http://schemas.microsoft.com/office/drawing/2014/main" id="{47F7EC78-C4D9-1567-64AD-C4BCA7180709}"/>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FC8EB29B-D13D-51BB-907D-8056882909EE}"/>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Resumen de cinco números</a:t>
            </a:r>
          </a:p>
        </p:txBody>
      </p:sp>
      <p:sp>
        <p:nvSpPr>
          <p:cNvPr id="32" name="TextBox 31">
            <a:extLst>
              <a:ext uri="{FF2B5EF4-FFF2-40B4-BE49-F238E27FC236}">
                <a16:creationId xmlns:a16="http://schemas.microsoft.com/office/drawing/2014/main" id="{9656CAA9-A218-B66A-909A-B1107A6DDE9A}"/>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Detección de observaciones atípicas</a:t>
            </a:r>
          </a:p>
        </p:txBody>
      </p:sp>
      <p:sp>
        <p:nvSpPr>
          <p:cNvPr id="34" name="TextBox 33">
            <a:extLst>
              <a:ext uri="{FF2B5EF4-FFF2-40B4-BE49-F238E27FC236}">
                <a16:creationId xmlns:a16="http://schemas.microsoft.com/office/drawing/2014/main" id="{1191158B-5A83-0E7E-CAE0-E02481EA894D}"/>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DIAGRAMA DE CAJA</a:t>
            </a:r>
            <a:endParaRPr sz="2000" dirty="0"/>
          </a:p>
        </p:txBody>
      </p:sp>
      <p:sp>
        <p:nvSpPr>
          <p:cNvPr id="36" name="TextBox 35">
            <a:extLst>
              <a:ext uri="{FF2B5EF4-FFF2-40B4-BE49-F238E27FC236}">
                <a16:creationId xmlns:a16="http://schemas.microsoft.com/office/drawing/2014/main" id="{4D048229-83F3-B495-6C82-B9B4D83CCC41}"/>
              </a:ext>
            </a:extLst>
          </p:cNvPr>
          <p:cNvSpPr txBox="1"/>
          <p:nvPr/>
        </p:nvSpPr>
        <p:spPr>
          <a:xfrm>
            <a:off x="658368" y="1039235"/>
            <a:ext cx="10954512" cy="1015663"/>
          </a:xfrm>
          <a:prstGeom prst="rect">
            <a:avLst/>
          </a:prstGeom>
          <a:noFill/>
        </p:spPr>
        <p:txBody>
          <a:bodyPr wrap="square">
            <a:spAutoFit/>
          </a:bodyPr>
          <a:lstStyle/>
          <a:p>
            <a:pPr algn="just"/>
            <a:r>
              <a:rPr lang="es-MX" sz="2000" dirty="0">
                <a:latin typeface="Montserrat" panose="00000500000000000000" pitchFamily="2" charset="0"/>
              </a:rPr>
              <a:t>Un </a:t>
            </a:r>
            <a:r>
              <a:rPr lang="es-MX" sz="2000" b="1" dirty="0">
                <a:latin typeface="Montserrat" panose="00000500000000000000" pitchFamily="2" charset="0"/>
              </a:rPr>
              <a:t>diagrama de caja </a:t>
            </a:r>
            <a:r>
              <a:rPr lang="es-MX" sz="2000" dirty="0">
                <a:latin typeface="Montserrat" panose="00000500000000000000" pitchFamily="2" charset="0"/>
              </a:rPr>
              <a:t>es un resumen gráfico de los datos basado en un resumen de cinco números. La clave para elaborar de un diagrama de caja es el cálculo de la mediana y los cuartiles </a:t>
            </a:r>
            <a:r>
              <a:rPr lang="es-MX" sz="2000" i="1" dirty="0">
                <a:latin typeface="Montserrat" panose="00000500000000000000" pitchFamily="2" charset="0"/>
              </a:rPr>
              <a:t>Q</a:t>
            </a:r>
            <a:r>
              <a:rPr lang="es-MX" sz="2000" dirty="0">
                <a:latin typeface="Montserrat" panose="00000500000000000000" pitchFamily="2" charset="0"/>
              </a:rPr>
              <a:t>1 y </a:t>
            </a:r>
            <a:r>
              <a:rPr lang="es-MX" sz="2000" i="1" dirty="0">
                <a:latin typeface="Montserrat" panose="00000500000000000000" pitchFamily="2" charset="0"/>
              </a:rPr>
              <a:t>Q</a:t>
            </a:r>
            <a:r>
              <a:rPr lang="es-MX" sz="2000" dirty="0">
                <a:latin typeface="Montserrat" panose="00000500000000000000" pitchFamily="2" charset="0"/>
              </a:rPr>
              <a:t>3.</a:t>
            </a:r>
            <a:endParaRPr sz="2000" dirty="0">
              <a:latin typeface="Montserrat" panose="00000500000000000000" pitchFamily="2"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3.4</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73784B0A-908A-9CE5-70F4-B89C115B1BB6}"/>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pic>
        <p:nvPicPr>
          <p:cNvPr id="7" name="Picture 6">
            <a:extLst>
              <a:ext uri="{FF2B5EF4-FFF2-40B4-BE49-F238E27FC236}">
                <a16:creationId xmlns:a16="http://schemas.microsoft.com/office/drawing/2014/main" id="{F30E0E31-A413-6AEF-E8C8-D3A0C9C6A673}"/>
              </a:ext>
            </a:extLst>
          </p:cNvPr>
          <p:cNvPicPr>
            <a:picLocks noChangeAspect="1"/>
          </p:cNvPicPr>
          <p:nvPr/>
        </p:nvPicPr>
        <p:blipFill>
          <a:blip r:embed="rId2"/>
          <a:stretch>
            <a:fillRect/>
          </a:stretch>
        </p:blipFill>
        <p:spPr>
          <a:xfrm>
            <a:off x="456169" y="1243425"/>
            <a:ext cx="11279662" cy="4723542"/>
          </a:xfrm>
          <a:prstGeom prst="rect">
            <a:avLst/>
          </a:prstGeom>
        </p:spPr>
      </p:pic>
      <p:sp>
        <p:nvSpPr>
          <p:cNvPr id="19" name="TextBox 18">
            <a:extLst>
              <a:ext uri="{FF2B5EF4-FFF2-40B4-BE49-F238E27FC236}">
                <a16:creationId xmlns:a16="http://schemas.microsoft.com/office/drawing/2014/main" id="{94BF46B0-2615-5F24-6208-09887A191845}"/>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DIAGRAMA DE CAJA</a:t>
            </a:r>
            <a:endParaRPr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005840"/>
            <a:ext cx="1280160" cy="640080"/>
          </a:xfrm>
          <a:prstGeom prst="rect">
            <a:avLst/>
          </a:prstGeom>
          <a:noFill/>
        </p:spPr>
        <p:txBody>
          <a:bodyPr wrap="square" anchor="t">
            <a:spAutoFit/>
          </a:bodyPr>
          <a:lstStyle/>
          <a:p>
            <a:pPr algn="l">
              <a:defRPr sz="2400" b="1">
                <a:solidFill>
                  <a:srgbClr val="E1B73D"/>
                </a:solidFill>
                <a:latin typeface="Montserrat"/>
              </a:defRPr>
            </a:pPr>
            <a:r>
              <a:t>3.5</a:t>
            </a:r>
          </a:p>
        </p:txBody>
      </p:sp>
      <p:sp>
        <p:nvSpPr>
          <p:cNvPr id="5" name="TextBox 4"/>
          <p:cNvSpPr txBox="1"/>
          <p:nvPr/>
        </p:nvSpPr>
        <p:spPr>
          <a:xfrm>
            <a:off x="685800" y="1828800"/>
            <a:ext cx="10607040" cy="1005840"/>
          </a:xfrm>
          <a:prstGeom prst="rect">
            <a:avLst/>
          </a:prstGeom>
          <a:noFill/>
        </p:spPr>
        <p:txBody>
          <a:bodyPr wrap="square" anchor="t">
            <a:spAutoFit/>
          </a:bodyPr>
          <a:lstStyle/>
          <a:p>
            <a:pPr algn="l">
              <a:defRPr sz="3800" b="1">
                <a:solidFill>
                  <a:srgbClr val="FFFFFF"/>
                </a:solidFill>
                <a:latin typeface="Montserrat"/>
              </a:defRPr>
            </a:pPr>
            <a:r>
              <a:t>Medidas de asociación entre dos variables</a:t>
            </a:r>
          </a:p>
        </p:txBody>
      </p:sp>
      <p:sp>
        <p:nvSpPr>
          <p:cNvPr id="6" name="TextBox 5"/>
          <p:cNvSpPr txBox="1"/>
          <p:nvPr/>
        </p:nvSpPr>
        <p:spPr>
          <a:xfrm>
            <a:off x="713232" y="2971800"/>
            <a:ext cx="9875520" cy="1188720"/>
          </a:xfrm>
          <a:prstGeom prst="rect">
            <a:avLst/>
          </a:prstGeom>
          <a:noFill/>
        </p:spPr>
        <p:txBody>
          <a:bodyPr wrap="square" anchor="t">
            <a:spAutoFit/>
          </a:bodyPr>
          <a:lstStyle/>
          <a:p>
            <a:pPr algn="l">
              <a:defRPr sz="2000" b="0">
                <a:solidFill>
                  <a:srgbClr val="E1E6F5"/>
                </a:solidFill>
                <a:latin typeface="Montserrat"/>
              </a:defRPr>
            </a:pPr>
            <a:r>
              <a:t>La covarianza y el coeficiente de correlación describen la asociación lineal entre dos variables.</a:t>
            </a:r>
          </a:p>
        </p:txBody>
      </p:sp>
      <p:sp>
        <p:nvSpPr>
          <p:cNvPr id="7" name="Oval 6"/>
          <p:cNvSpPr/>
          <p:nvPr/>
        </p:nvSpPr>
        <p:spPr>
          <a:xfrm>
            <a:off x="9052560" y="5394960"/>
            <a:ext cx="292608" cy="292608"/>
          </a:xfrm>
          <a:prstGeom prst="ellipse">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55480" y="5394960"/>
            <a:ext cx="292608" cy="292608"/>
          </a:xfrm>
          <a:prstGeom prst="ellipse">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5394960"/>
            <a:ext cx="292608" cy="292608"/>
          </a:xfrm>
          <a:prstGeom prst="ellipse">
            <a:avLst/>
          </a:prstGeom>
          <a:solidFill>
            <a:srgbClr val="D54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61320" y="5394960"/>
            <a:ext cx="292608" cy="292608"/>
          </a:xfrm>
          <a:prstGeom prst="ellipse">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3.5</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Covarianza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960880"/>
            <a:ext cx="5486400" cy="109728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034032"/>
            <a:ext cx="5120640" cy="228600"/>
          </a:xfrm>
          <a:prstGeom prst="rect">
            <a:avLst/>
          </a:prstGeom>
          <a:noFill/>
        </p:spPr>
        <p:txBody>
          <a:bodyPr wrap="square" anchor="t">
            <a:spAutoFit/>
          </a:bodyPr>
          <a:lstStyle/>
          <a:p>
            <a:pPr algn="l">
              <a:defRPr sz="900" b="1">
                <a:solidFill>
                  <a:srgbClr val="EBA93B"/>
                </a:solidFill>
                <a:latin typeface="Montserrat"/>
              </a:defRPr>
            </a:pPr>
            <a:r>
              <a:t>COVARIANZA MUESTRAL</a:t>
            </a:r>
          </a:p>
        </p:txBody>
      </p:sp>
      <p:sp>
        <p:nvSpPr>
          <p:cNvPr id="11" name="TextBox 10"/>
          <p:cNvSpPr txBox="1"/>
          <p:nvPr/>
        </p:nvSpPr>
        <p:spPr>
          <a:xfrm>
            <a:off x="868680" y="2308352"/>
            <a:ext cx="5120640" cy="640080"/>
          </a:xfrm>
          <a:prstGeom prst="rect">
            <a:avLst/>
          </a:prstGeom>
          <a:noFill/>
        </p:spPr>
        <p:txBody>
          <a:bodyPr wrap="square" anchor="ctr">
            <a:spAutoFit/>
          </a:bodyPr>
          <a:lstStyle/>
          <a:p>
            <a:pPr algn="ctr">
              <a:defRPr sz="2100" b="1">
                <a:solidFill>
                  <a:srgbClr val="24398A"/>
                </a:solidFill>
                <a:latin typeface="Montserrat"/>
              </a:defRPr>
            </a:pPr>
            <a:r>
              <a:t>sxy = Σ(xᵢ−x̄)(yᵢ−ȳ) / (n−1)</a:t>
            </a:r>
          </a:p>
        </p:txBody>
      </p:sp>
      <p:sp>
        <p:nvSpPr>
          <p:cNvPr id="12" name="Rounded Rectangle 11"/>
          <p:cNvSpPr/>
          <p:nvPr/>
        </p:nvSpPr>
        <p:spPr>
          <a:xfrm>
            <a:off x="6355080" y="1960880"/>
            <a:ext cx="5120640" cy="109728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2034032"/>
            <a:ext cx="4754879" cy="228600"/>
          </a:xfrm>
          <a:prstGeom prst="rect">
            <a:avLst/>
          </a:prstGeom>
          <a:noFill/>
        </p:spPr>
        <p:txBody>
          <a:bodyPr wrap="square" anchor="t">
            <a:spAutoFit/>
          </a:bodyPr>
          <a:lstStyle/>
          <a:p>
            <a:pPr algn="l">
              <a:defRPr sz="900" b="1">
                <a:solidFill>
                  <a:srgbClr val="EBA93B"/>
                </a:solidFill>
                <a:latin typeface="Montserrat"/>
              </a:defRPr>
            </a:pPr>
            <a:r>
              <a:t>COVARIANZA POBLACIONAL</a:t>
            </a:r>
          </a:p>
        </p:txBody>
      </p:sp>
      <p:sp>
        <p:nvSpPr>
          <p:cNvPr id="14" name="TextBox 13"/>
          <p:cNvSpPr txBox="1"/>
          <p:nvPr/>
        </p:nvSpPr>
        <p:spPr>
          <a:xfrm>
            <a:off x="6537960" y="2308352"/>
            <a:ext cx="4754879" cy="640080"/>
          </a:xfrm>
          <a:prstGeom prst="rect">
            <a:avLst/>
          </a:prstGeom>
          <a:noFill/>
        </p:spPr>
        <p:txBody>
          <a:bodyPr wrap="square" anchor="ctr">
            <a:spAutoFit/>
          </a:bodyPr>
          <a:lstStyle/>
          <a:p>
            <a:pPr algn="ctr">
              <a:defRPr sz="1900" b="1">
                <a:solidFill>
                  <a:srgbClr val="24398A"/>
                </a:solidFill>
                <a:latin typeface="Montserrat"/>
              </a:defRPr>
            </a:pPr>
            <a:r>
              <a:t>σxy = Σ(xᵢ−μx)(yᵢ−μy) / N</a:t>
            </a:r>
          </a:p>
        </p:txBody>
      </p:sp>
      <p:sp>
        <p:nvSpPr>
          <p:cNvPr id="15" name="TextBox 14"/>
          <p:cNvSpPr txBox="1"/>
          <p:nvPr/>
        </p:nvSpPr>
        <p:spPr>
          <a:xfrm>
            <a:off x="777240" y="3515360"/>
            <a:ext cx="5212080" cy="1282402"/>
          </a:xfrm>
          <a:prstGeom prst="rect">
            <a:avLst/>
          </a:prstGeom>
          <a:noFill/>
        </p:spPr>
        <p:txBody>
          <a:bodyPr wrap="square">
            <a:spAutoFit/>
          </a:bodyPr>
          <a:lstStyle/>
          <a:p>
            <a:pPr>
              <a:spcAft>
                <a:spcPts val="800"/>
              </a:spcAft>
              <a:defRPr sz="1600">
                <a:solidFill>
                  <a:srgbClr val="000000"/>
                </a:solidFill>
                <a:latin typeface="Montserrat"/>
              </a:defRPr>
            </a:pPr>
            <a:r>
              <a:rPr dirty="0" err="1"/>
              <a:t>Empareja</a:t>
            </a:r>
            <a:r>
              <a:rPr dirty="0"/>
              <a:t> </a:t>
            </a:r>
            <a:r>
              <a:rPr dirty="0" err="1"/>
              <a:t>cada</a:t>
            </a:r>
            <a:r>
              <a:rPr dirty="0"/>
              <a:t> xᵢ con </a:t>
            </a:r>
            <a:r>
              <a:rPr dirty="0" err="1"/>
              <a:t>su</a:t>
            </a:r>
            <a:r>
              <a:rPr dirty="0"/>
              <a:t> yᵢ </a:t>
            </a:r>
            <a:r>
              <a:rPr dirty="0" err="1"/>
              <a:t>correspondiente</a:t>
            </a:r>
            <a:r>
              <a:rPr dirty="0"/>
              <a:t>.</a:t>
            </a:r>
          </a:p>
          <a:p>
            <a:pPr>
              <a:spcAft>
                <a:spcPts val="800"/>
              </a:spcAft>
              <a:defRPr sz="1600">
                <a:solidFill>
                  <a:srgbClr val="000000"/>
                </a:solidFill>
                <a:latin typeface="Montserrat"/>
              </a:defRPr>
            </a:pPr>
            <a:r>
              <a:rPr dirty="0" err="1"/>
              <a:t>Multiplica</a:t>
            </a:r>
            <a:r>
              <a:rPr dirty="0"/>
              <a:t> las </a:t>
            </a:r>
            <a:r>
              <a:rPr dirty="0" err="1"/>
              <a:t>desviaciones</a:t>
            </a:r>
            <a:r>
              <a:rPr dirty="0"/>
              <a:t> de </a:t>
            </a:r>
            <a:r>
              <a:rPr dirty="0" err="1"/>
              <a:t>cada</a:t>
            </a:r>
            <a:r>
              <a:rPr dirty="0"/>
              <a:t> variable </a:t>
            </a:r>
            <a:r>
              <a:rPr dirty="0" err="1"/>
              <a:t>respecto</a:t>
            </a:r>
            <a:r>
              <a:rPr dirty="0"/>
              <a:t> de </a:t>
            </a:r>
            <a:r>
              <a:rPr dirty="0" err="1"/>
              <a:t>su</a:t>
            </a:r>
            <a:r>
              <a:rPr dirty="0"/>
              <a:t> media.</a:t>
            </a:r>
          </a:p>
          <a:p>
            <a:pPr>
              <a:spcAft>
                <a:spcPts val="800"/>
              </a:spcAft>
              <a:defRPr sz="1600">
                <a:solidFill>
                  <a:srgbClr val="000000"/>
                </a:solidFill>
                <a:latin typeface="Montserrat"/>
              </a:defRPr>
            </a:pPr>
            <a:r>
              <a:rPr dirty="0"/>
              <a:t>Suma </a:t>
            </a:r>
            <a:r>
              <a:rPr dirty="0" err="1"/>
              <a:t>los</a:t>
            </a:r>
            <a:r>
              <a:rPr dirty="0"/>
              <a:t> </a:t>
            </a:r>
            <a:r>
              <a:rPr dirty="0" err="1"/>
              <a:t>productos</a:t>
            </a:r>
            <a:r>
              <a:rPr dirty="0"/>
              <a:t> y divide </a:t>
            </a:r>
            <a:r>
              <a:rPr dirty="0" err="1"/>
              <a:t>por</a:t>
            </a:r>
            <a:r>
              <a:rPr dirty="0"/>
              <a:t> n−1 (</a:t>
            </a:r>
            <a:r>
              <a:rPr dirty="0" err="1"/>
              <a:t>muestra</a:t>
            </a:r>
            <a:r>
              <a:rPr dirty="0"/>
              <a:t>).</a:t>
            </a:r>
            <a:endParaRPr lang="es-MX" dirty="0"/>
          </a:p>
        </p:txBody>
      </p:sp>
      <p:sp>
        <p:nvSpPr>
          <p:cNvPr id="16" name="Rounded Rectangle 15"/>
          <p:cNvSpPr/>
          <p:nvPr/>
        </p:nvSpPr>
        <p:spPr>
          <a:xfrm>
            <a:off x="6400800" y="3469640"/>
            <a:ext cx="4937760" cy="201168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3579368"/>
            <a:ext cx="4608576" cy="320040"/>
          </a:xfrm>
          <a:prstGeom prst="rect">
            <a:avLst/>
          </a:prstGeom>
          <a:noFill/>
        </p:spPr>
        <p:txBody>
          <a:bodyPr wrap="square" anchor="t">
            <a:spAutoFit/>
          </a:bodyPr>
          <a:lstStyle/>
          <a:p>
            <a:pPr algn="l">
              <a:defRPr sz="1600" b="1">
                <a:solidFill>
                  <a:srgbClr val="EBA93B"/>
                </a:solidFill>
                <a:latin typeface="Montserrat"/>
              </a:defRPr>
            </a:pPr>
            <a:r>
              <a:t>Ejemplo: tienda de estéreos</a:t>
            </a:r>
          </a:p>
        </p:txBody>
      </p:sp>
      <p:sp>
        <p:nvSpPr>
          <p:cNvPr id="18" name="TextBox 17"/>
          <p:cNvSpPr txBox="1"/>
          <p:nvPr/>
        </p:nvSpPr>
        <p:spPr>
          <a:xfrm>
            <a:off x="6565392" y="3972560"/>
            <a:ext cx="4608576" cy="1417320"/>
          </a:xfrm>
          <a:prstGeom prst="rect">
            <a:avLst/>
          </a:prstGeom>
          <a:noFill/>
        </p:spPr>
        <p:txBody>
          <a:bodyPr wrap="square" anchor="t">
            <a:spAutoFit/>
          </a:bodyPr>
          <a:lstStyle/>
          <a:p>
            <a:pPr algn="l">
              <a:defRPr sz="1500" b="0">
                <a:solidFill>
                  <a:srgbClr val="5A5F69"/>
                </a:solidFill>
                <a:latin typeface="Montserrat"/>
              </a:defRPr>
            </a:pPr>
            <a:r>
              <a:t>x̄ = 3 comerciales; ȳ = 51 (cientos de dólares)</a:t>
            </a:r>
            <a:br/>
            <a:r>
              <a:t>Σ(xᵢ−x̄)(yᵢ−ȳ) = 99</a:t>
            </a:r>
            <a:br/>
            <a:r>
              <a:t>sxy = 99/9 = 11</a:t>
            </a:r>
          </a:p>
        </p:txBody>
      </p:sp>
      <p:sp>
        <p:nvSpPr>
          <p:cNvPr id="19" name="TextBox 18"/>
          <p:cNvSpPr txBox="1"/>
          <p:nvPr/>
        </p:nvSpPr>
        <p:spPr>
          <a:xfrm>
            <a:off x="868680" y="5984240"/>
            <a:ext cx="10149840" cy="411480"/>
          </a:xfrm>
          <a:prstGeom prst="rect">
            <a:avLst/>
          </a:prstGeom>
          <a:noFill/>
        </p:spPr>
        <p:txBody>
          <a:bodyPr wrap="square" anchor="t">
            <a:spAutoFit/>
          </a:bodyPr>
          <a:lstStyle/>
          <a:p>
            <a:pPr algn="ctr">
              <a:defRPr sz="1500" b="1">
                <a:solidFill>
                  <a:srgbClr val="D5433C"/>
                </a:solidFill>
                <a:latin typeface="Montserrat"/>
              </a:defRPr>
            </a:pPr>
            <a:r>
              <a:t>La covarianza es sensible a las unidades de medida.</a:t>
            </a:r>
          </a:p>
        </p:txBody>
      </p:sp>
      <p:sp>
        <p:nvSpPr>
          <p:cNvPr id="21" name="TextBox 20">
            <a:extLst>
              <a:ext uri="{FF2B5EF4-FFF2-40B4-BE49-F238E27FC236}">
                <a16:creationId xmlns:a16="http://schemas.microsoft.com/office/drawing/2014/main" id="{74776AEE-7280-8DE1-C20E-0BE602FAC06E}"/>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014F84B2-A5E8-F48F-3729-109FA3D14A91}"/>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Resumen de cinco números</a:t>
            </a:r>
          </a:p>
        </p:txBody>
      </p:sp>
      <p:sp>
        <p:nvSpPr>
          <p:cNvPr id="22" name="TextBox 21">
            <a:extLst>
              <a:ext uri="{FF2B5EF4-FFF2-40B4-BE49-F238E27FC236}">
                <a16:creationId xmlns:a16="http://schemas.microsoft.com/office/drawing/2014/main" id="{4819485E-FA6A-F5CF-6C0F-64511AEC7078}"/>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Detección de observaciones atípicas</a:t>
            </a:r>
          </a:p>
        </p:txBody>
      </p:sp>
      <p:sp>
        <p:nvSpPr>
          <p:cNvPr id="24" name="TextBox 23">
            <a:extLst>
              <a:ext uri="{FF2B5EF4-FFF2-40B4-BE49-F238E27FC236}">
                <a16:creationId xmlns:a16="http://schemas.microsoft.com/office/drawing/2014/main" id="{327BA610-4A86-EC78-E8CE-956591A6C124}"/>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COVARIANZA</a:t>
            </a:r>
            <a:endParaRPr sz="2000" dirty="0"/>
          </a:p>
        </p:txBody>
      </p:sp>
      <p:sp>
        <p:nvSpPr>
          <p:cNvPr id="26" name="TextBox 25">
            <a:extLst>
              <a:ext uri="{FF2B5EF4-FFF2-40B4-BE49-F238E27FC236}">
                <a16:creationId xmlns:a16="http://schemas.microsoft.com/office/drawing/2014/main" id="{E05FFF55-5969-0DBE-1021-C0736A33BFB9}"/>
              </a:ext>
            </a:extLst>
          </p:cNvPr>
          <p:cNvSpPr txBox="1"/>
          <p:nvPr/>
        </p:nvSpPr>
        <p:spPr>
          <a:xfrm>
            <a:off x="658368" y="1039235"/>
            <a:ext cx="10954512" cy="707886"/>
          </a:xfrm>
          <a:prstGeom prst="rect">
            <a:avLst/>
          </a:prstGeom>
          <a:noFill/>
        </p:spPr>
        <p:txBody>
          <a:bodyPr wrap="square">
            <a:spAutoFit/>
          </a:bodyPr>
          <a:lstStyle/>
          <a:p>
            <a:pPr>
              <a:spcAft>
                <a:spcPts val="800"/>
              </a:spcAft>
              <a:defRPr sz="1600">
                <a:solidFill>
                  <a:srgbClr val="000000"/>
                </a:solidFill>
                <a:latin typeface="Montserrat"/>
              </a:defRPr>
            </a:pPr>
            <a:r>
              <a:rPr lang="es-ES" sz="2000" dirty="0">
                <a:solidFill>
                  <a:srgbClr val="000000"/>
                </a:solidFill>
                <a:latin typeface="Montserrat"/>
              </a:rPr>
              <a:t>La covarianza se define como una medida de la relación entre las variaciones de dos variables, indicando si tienden a aumentar o disminuir juntas.</a:t>
            </a:r>
            <a:endParaRPr lang="es-MX" sz="2000" dirty="0">
              <a:solidFill>
                <a:srgbClr val="000000"/>
              </a:solidFill>
              <a:latin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3.5</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Interpretación de la covarianza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554480"/>
            <a:ext cx="3429000" cy="219456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664207"/>
            <a:ext cx="3099816" cy="320040"/>
          </a:xfrm>
          <a:prstGeom prst="rect">
            <a:avLst/>
          </a:prstGeom>
          <a:noFill/>
        </p:spPr>
        <p:txBody>
          <a:bodyPr wrap="square" anchor="t">
            <a:spAutoFit/>
          </a:bodyPr>
          <a:lstStyle/>
          <a:p>
            <a:pPr algn="l">
              <a:defRPr sz="1700" b="1">
                <a:solidFill>
                  <a:srgbClr val="5CA847"/>
                </a:solidFill>
                <a:latin typeface="Montserrat"/>
              </a:defRPr>
            </a:pPr>
            <a:r>
              <a:rPr dirty="0" err="1"/>
              <a:t>sxy</a:t>
            </a:r>
            <a:r>
              <a:rPr dirty="0"/>
              <a:t> &gt; 0</a:t>
            </a:r>
          </a:p>
        </p:txBody>
      </p:sp>
      <p:sp>
        <p:nvSpPr>
          <p:cNvPr id="11" name="TextBox 10"/>
          <p:cNvSpPr txBox="1"/>
          <p:nvPr/>
        </p:nvSpPr>
        <p:spPr>
          <a:xfrm>
            <a:off x="896112" y="2057400"/>
            <a:ext cx="3099816" cy="1600200"/>
          </a:xfrm>
          <a:prstGeom prst="rect">
            <a:avLst/>
          </a:prstGeom>
          <a:noFill/>
        </p:spPr>
        <p:txBody>
          <a:bodyPr wrap="square" anchor="t">
            <a:spAutoFit/>
          </a:bodyPr>
          <a:lstStyle/>
          <a:p>
            <a:pPr algn="l">
              <a:defRPr sz="1500" b="0">
                <a:solidFill>
                  <a:srgbClr val="5A5F69"/>
                </a:solidFill>
                <a:latin typeface="Montserrat"/>
              </a:defRPr>
            </a:pPr>
            <a:r>
              <a:t>Asociación positiva</a:t>
            </a:r>
            <a:br/>
            <a:br/>
            <a:r>
              <a:t>Cuando x aumenta, y tiende a aumentar.</a:t>
            </a:r>
          </a:p>
        </p:txBody>
      </p:sp>
      <p:sp>
        <p:nvSpPr>
          <p:cNvPr id="12" name="Rounded Rectangle 11"/>
          <p:cNvSpPr/>
          <p:nvPr/>
        </p:nvSpPr>
        <p:spPr>
          <a:xfrm>
            <a:off x="4526280" y="1554480"/>
            <a:ext cx="3429000" cy="219456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90872" y="1664207"/>
            <a:ext cx="3099816" cy="320040"/>
          </a:xfrm>
          <a:prstGeom prst="rect">
            <a:avLst/>
          </a:prstGeom>
          <a:noFill/>
        </p:spPr>
        <p:txBody>
          <a:bodyPr wrap="square" anchor="t">
            <a:spAutoFit/>
          </a:bodyPr>
          <a:lstStyle/>
          <a:p>
            <a:pPr algn="l">
              <a:defRPr sz="1700" b="1">
                <a:solidFill>
                  <a:srgbClr val="E1B73D"/>
                </a:solidFill>
                <a:latin typeface="Montserrat"/>
              </a:defRPr>
            </a:pPr>
            <a:r>
              <a:t>sxy ≈ 0</a:t>
            </a:r>
          </a:p>
        </p:txBody>
      </p:sp>
      <p:sp>
        <p:nvSpPr>
          <p:cNvPr id="14" name="TextBox 13"/>
          <p:cNvSpPr txBox="1"/>
          <p:nvPr/>
        </p:nvSpPr>
        <p:spPr>
          <a:xfrm>
            <a:off x="4690872" y="2057400"/>
            <a:ext cx="3099816" cy="1600200"/>
          </a:xfrm>
          <a:prstGeom prst="rect">
            <a:avLst/>
          </a:prstGeom>
          <a:noFill/>
        </p:spPr>
        <p:txBody>
          <a:bodyPr wrap="square" anchor="t">
            <a:spAutoFit/>
          </a:bodyPr>
          <a:lstStyle/>
          <a:p>
            <a:pPr algn="l">
              <a:defRPr sz="1500" b="0">
                <a:solidFill>
                  <a:srgbClr val="5A5F69"/>
                </a:solidFill>
                <a:latin typeface="Montserrat"/>
              </a:defRPr>
            </a:pPr>
            <a:r>
              <a:t>Sin asociación lineal</a:t>
            </a:r>
            <a:br/>
            <a:br/>
            <a:r>
              <a:t>No se observa una asociación lineal clara.</a:t>
            </a:r>
          </a:p>
        </p:txBody>
      </p:sp>
      <p:sp>
        <p:nvSpPr>
          <p:cNvPr id="15" name="Rounded Rectangle 14"/>
          <p:cNvSpPr/>
          <p:nvPr/>
        </p:nvSpPr>
        <p:spPr>
          <a:xfrm>
            <a:off x="8321040" y="1554480"/>
            <a:ext cx="3429000" cy="2194560"/>
          </a:xfrm>
          <a:prstGeom prst="roundRect">
            <a:avLst/>
          </a:prstGeom>
          <a:solidFill>
            <a:srgbClr val="FFFFFF"/>
          </a:solidFill>
          <a:ln w="19050">
            <a:solidFill>
              <a:srgbClr val="D54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85632" y="1664207"/>
            <a:ext cx="3099816" cy="320040"/>
          </a:xfrm>
          <a:prstGeom prst="rect">
            <a:avLst/>
          </a:prstGeom>
          <a:noFill/>
        </p:spPr>
        <p:txBody>
          <a:bodyPr wrap="square" anchor="t">
            <a:spAutoFit/>
          </a:bodyPr>
          <a:lstStyle/>
          <a:p>
            <a:pPr algn="l">
              <a:defRPr sz="1700" b="1">
                <a:solidFill>
                  <a:srgbClr val="D5433C"/>
                </a:solidFill>
                <a:latin typeface="Montserrat"/>
              </a:defRPr>
            </a:pPr>
            <a:r>
              <a:t>sxy &lt; 0</a:t>
            </a:r>
          </a:p>
        </p:txBody>
      </p:sp>
      <p:sp>
        <p:nvSpPr>
          <p:cNvPr id="17" name="TextBox 16"/>
          <p:cNvSpPr txBox="1"/>
          <p:nvPr/>
        </p:nvSpPr>
        <p:spPr>
          <a:xfrm>
            <a:off x="8485632" y="2057400"/>
            <a:ext cx="3099816" cy="1600200"/>
          </a:xfrm>
          <a:prstGeom prst="rect">
            <a:avLst/>
          </a:prstGeom>
          <a:noFill/>
        </p:spPr>
        <p:txBody>
          <a:bodyPr wrap="square" anchor="t">
            <a:spAutoFit/>
          </a:bodyPr>
          <a:lstStyle/>
          <a:p>
            <a:pPr algn="l">
              <a:defRPr sz="1500" b="0">
                <a:solidFill>
                  <a:srgbClr val="5A5F69"/>
                </a:solidFill>
                <a:latin typeface="Montserrat"/>
              </a:defRPr>
            </a:pPr>
            <a:r>
              <a:t>Asociación negativa</a:t>
            </a:r>
            <a:br/>
            <a:br/>
            <a:r>
              <a:t>Cuando x aumenta, y tiende a disminuir.</a:t>
            </a:r>
          </a:p>
        </p:txBody>
      </p:sp>
      <p:sp>
        <p:nvSpPr>
          <p:cNvPr id="18" name="TextBox 17"/>
          <p:cNvSpPr txBox="1"/>
          <p:nvPr/>
        </p:nvSpPr>
        <p:spPr>
          <a:xfrm>
            <a:off x="822960" y="4251960"/>
            <a:ext cx="10515600" cy="369332"/>
          </a:xfrm>
          <a:prstGeom prst="rect">
            <a:avLst/>
          </a:prstGeom>
          <a:noFill/>
        </p:spPr>
        <p:txBody>
          <a:bodyPr wrap="square" anchor="t">
            <a:spAutoFit/>
          </a:bodyPr>
          <a:lstStyle/>
          <a:p>
            <a:pPr algn="ctr">
              <a:defRPr sz="1800" b="1">
                <a:solidFill>
                  <a:srgbClr val="000000"/>
                </a:solidFill>
                <a:latin typeface="Montserrat"/>
              </a:defRPr>
            </a:pPr>
            <a:r>
              <a:rPr dirty="0" err="1"/>
              <a:t>Limitación</a:t>
            </a:r>
            <a:r>
              <a:rPr dirty="0"/>
              <a:t>: un valor grande o </a:t>
            </a:r>
            <a:r>
              <a:rPr dirty="0" err="1"/>
              <a:t>pequeño</a:t>
            </a:r>
            <a:r>
              <a:rPr dirty="0"/>
              <a:t> de </a:t>
            </a:r>
            <a:r>
              <a:rPr dirty="0" err="1"/>
              <a:t>covarianza</a:t>
            </a:r>
            <a:r>
              <a:rPr dirty="0"/>
              <a:t> </a:t>
            </a:r>
            <a:r>
              <a:rPr dirty="0" err="1"/>
              <a:t>depende</a:t>
            </a:r>
            <a:r>
              <a:rPr dirty="0"/>
              <a:t> de las </a:t>
            </a:r>
            <a:r>
              <a:rPr dirty="0" err="1"/>
              <a:t>unidades</a:t>
            </a:r>
            <a:r>
              <a:rPr dirty="0"/>
              <a:t> de x</a:t>
            </a:r>
            <a:r>
              <a:rPr lang="es-MX" dirty="0"/>
              <a:t>-</a:t>
            </a:r>
            <a:r>
              <a:rPr dirty="0"/>
              <a:t>y.</a:t>
            </a:r>
          </a:p>
        </p:txBody>
      </p:sp>
      <p:sp>
        <p:nvSpPr>
          <p:cNvPr id="19" name="TextBox 18"/>
          <p:cNvSpPr txBox="1"/>
          <p:nvPr/>
        </p:nvSpPr>
        <p:spPr>
          <a:xfrm>
            <a:off x="822960" y="5074920"/>
            <a:ext cx="10515600" cy="502920"/>
          </a:xfrm>
          <a:prstGeom prst="rect">
            <a:avLst/>
          </a:prstGeom>
          <a:noFill/>
        </p:spPr>
        <p:txBody>
          <a:bodyPr wrap="square" anchor="t">
            <a:spAutoFit/>
          </a:bodyPr>
          <a:lstStyle/>
          <a:p>
            <a:pPr algn="ctr">
              <a:defRPr sz="1700" b="1">
                <a:solidFill>
                  <a:srgbClr val="24398A"/>
                </a:solidFill>
                <a:latin typeface="Montserrat"/>
              </a:defRPr>
            </a:pPr>
            <a:r>
              <a:t>Por ello se utiliza una medida estandarizada: el coeficiente de correlación.</a:t>
            </a:r>
          </a:p>
        </p:txBody>
      </p:sp>
      <p:sp>
        <p:nvSpPr>
          <p:cNvPr id="21" name="TextBox 20">
            <a:extLst>
              <a:ext uri="{FF2B5EF4-FFF2-40B4-BE49-F238E27FC236}">
                <a16:creationId xmlns:a16="http://schemas.microsoft.com/office/drawing/2014/main" id="{1E341B43-47C9-0888-23EA-A7795256DF39}"/>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C5D037FD-080F-56DF-FF23-B9CF098E9E14}"/>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COVARIANZA</a:t>
            </a:r>
            <a:endParaRPr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005840"/>
            <a:ext cx="1280160" cy="640080"/>
          </a:xfrm>
          <a:prstGeom prst="rect">
            <a:avLst/>
          </a:prstGeom>
          <a:noFill/>
        </p:spPr>
        <p:txBody>
          <a:bodyPr wrap="square" anchor="t">
            <a:spAutoFit/>
          </a:bodyPr>
          <a:lstStyle/>
          <a:p>
            <a:pPr algn="l">
              <a:defRPr sz="2400" b="1">
                <a:solidFill>
                  <a:srgbClr val="E1B73D"/>
                </a:solidFill>
                <a:latin typeface="Montserrat"/>
              </a:defRPr>
            </a:pPr>
            <a:r>
              <a:t>3.6</a:t>
            </a:r>
          </a:p>
        </p:txBody>
      </p:sp>
      <p:sp>
        <p:nvSpPr>
          <p:cNvPr id="5" name="TextBox 4"/>
          <p:cNvSpPr txBox="1"/>
          <p:nvPr/>
        </p:nvSpPr>
        <p:spPr>
          <a:xfrm>
            <a:off x="685800" y="1828800"/>
            <a:ext cx="10607040" cy="1005840"/>
          </a:xfrm>
          <a:prstGeom prst="rect">
            <a:avLst/>
          </a:prstGeom>
          <a:noFill/>
        </p:spPr>
        <p:txBody>
          <a:bodyPr wrap="square" anchor="t">
            <a:spAutoFit/>
          </a:bodyPr>
          <a:lstStyle/>
          <a:p>
            <a:pPr algn="l">
              <a:defRPr sz="3800" b="1">
                <a:solidFill>
                  <a:srgbClr val="FFFFFF"/>
                </a:solidFill>
                <a:latin typeface="Montserrat"/>
              </a:defRPr>
            </a:pPr>
            <a:r>
              <a:t>Media ponderada y trabajo con datos agrupados</a:t>
            </a:r>
          </a:p>
        </p:txBody>
      </p:sp>
      <p:sp>
        <p:nvSpPr>
          <p:cNvPr id="6" name="TextBox 5"/>
          <p:cNvSpPr txBox="1"/>
          <p:nvPr/>
        </p:nvSpPr>
        <p:spPr>
          <a:xfrm>
            <a:off x="713232" y="2971800"/>
            <a:ext cx="9875520" cy="1188720"/>
          </a:xfrm>
          <a:prstGeom prst="rect">
            <a:avLst/>
          </a:prstGeom>
          <a:noFill/>
        </p:spPr>
        <p:txBody>
          <a:bodyPr wrap="square" anchor="t">
            <a:spAutoFit/>
          </a:bodyPr>
          <a:lstStyle/>
          <a:p>
            <a:pPr algn="l">
              <a:defRPr sz="2000" b="0">
                <a:solidFill>
                  <a:srgbClr val="E1E6F5"/>
                </a:solidFill>
                <a:latin typeface="Montserrat"/>
              </a:defRPr>
            </a:pPr>
            <a:r>
              <a:t>Cuando las observaciones tienen distinta importancia o sólo se dispone de una distribución de frecuencia, la media simple puede no ser adecuada.</a:t>
            </a:r>
          </a:p>
        </p:txBody>
      </p:sp>
      <p:sp>
        <p:nvSpPr>
          <p:cNvPr id="7" name="Oval 6"/>
          <p:cNvSpPr/>
          <p:nvPr/>
        </p:nvSpPr>
        <p:spPr>
          <a:xfrm>
            <a:off x="9052560" y="5394960"/>
            <a:ext cx="292608" cy="292608"/>
          </a:xfrm>
          <a:prstGeom prst="ellipse">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55480" y="5394960"/>
            <a:ext cx="292608" cy="292608"/>
          </a:xfrm>
          <a:prstGeom prst="ellipse">
            <a:avLst/>
          </a:prstGeom>
          <a:solidFill>
            <a:srgbClr val="EB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5394960"/>
            <a:ext cx="292608" cy="292608"/>
          </a:xfrm>
          <a:prstGeom prst="ellipse">
            <a:avLst/>
          </a:prstGeom>
          <a:solidFill>
            <a:srgbClr val="D54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61320" y="5394960"/>
            <a:ext cx="292608" cy="292608"/>
          </a:xfrm>
          <a:prstGeom prst="ellipse">
            <a:avLst/>
          </a:prstGeom>
          <a:solidFill>
            <a:srgbClr val="5CA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3.6</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Media ponderada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788160"/>
            <a:ext cx="5212080" cy="109728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861312"/>
            <a:ext cx="4846320" cy="228600"/>
          </a:xfrm>
          <a:prstGeom prst="rect">
            <a:avLst/>
          </a:prstGeom>
          <a:noFill/>
        </p:spPr>
        <p:txBody>
          <a:bodyPr wrap="square" anchor="t">
            <a:spAutoFit/>
          </a:bodyPr>
          <a:lstStyle/>
          <a:p>
            <a:pPr algn="l">
              <a:defRPr sz="900" b="1">
                <a:solidFill>
                  <a:srgbClr val="EBA93B"/>
                </a:solidFill>
                <a:latin typeface="Montserrat"/>
              </a:defRPr>
            </a:pPr>
            <a:r>
              <a:t>MEDIA PONDERADA</a:t>
            </a:r>
          </a:p>
        </p:txBody>
      </p:sp>
      <p:sp>
        <p:nvSpPr>
          <p:cNvPr id="11" name="TextBox 10"/>
          <p:cNvSpPr txBox="1"/>
          <p:nvPr/>
        </p:nvSpPr>
        <p:spPr>
          <a:xfrm>
            <a:off x="914400" y="2135632"/>
            <a:ext cx="4846320" cy="640080"/>
          </a:xfrm>
          <a:prstGeom prst="rect">
            <a:avLst/>
          </a:prstGeom>
          <a:noFill/>
        </p:spPr>
        <p:txBody>
          <a:bodyPr wrap="square" anchor="ctr">
            <a:spAutoFit/>
          </a:bodyPr>
          <a:lstStyle/>
          <a:p>
            <a:pPr algn="ctr">
              <a:defRPr sz="2400" b="1">
                <a:solidFill>
                  <a:srgbClr val="24398A"/>
                </a:solidFill>
                <a:latin typeface="Montserrat"/>
              </a:defRPr>
            </a:pPr>
            <a:r>
              <a:t>x̄w = Σ(wᵢ xᵢ) / Σwᵢ</a:t>
            </a:r>
          </a:p>
        </p:txBody>
      </p:sp>
      <p:sp>
        <p:nvSpPr>
          <p:cNvPr id="12" name="TextBox 11"/>
          <p:cNvSpPr txBox="1"/>
          <p:nvPr/>
        </p:nvSpPr>
        <p:spPr>
          <a:xfrm>
            <a:off x="777240" y="3296920"/>
            <a:ext cx="5212080" cy="2194560"/>
          </a:xfrm>
          <a:prstGeom prst="rect">
            <a:avLst/>
          </a:prstGeom>
          <a:noFill/>
        </p:spPr>
        <p:txBody>
          <a:bodyPr wrap="square">
            <a:spAutoFit/>
          </a:bodyPr>
          <a:lstStyle/>
          <a:p>
            <a:pPr>
              <a:spcAft>
                <a:spcPts val="800"/>
              </a:spcAft>
              <a:defRPr sz="1600">
                <a:solidFill>
                  <a:srgbClr val="000000"/>
                </a:solidFill>
                <a:latin typeface="Montserrat"/>
              </a:defRPr>
            </a:pPr>
            <a:r>
              <a:t>xᵢ = valor de la observación i.</a:t>
            </a:r>
          </a:p>
          <a:p>
            <a:pPr>
              <a:spcAft>
                <a:spcPts val="800"/>
              </a:spcAft>
              <a:defRPr sz="1600">
                <a:solidFill>
                  <a:srgbClr val="000000"/>
                </a:solidFill>
                <a:latin typeface="Montserrat"/>
              </a:defRPr>
            </a:pPr>
            <a:r>
              <a:t>wᵢ = peso o importancia de la observación i.</a:t>
            </a:r>
          </a:p>
          <a:p>
            <a:pPr>
              <a:spcAft>
                <a:spcPts val="800"/>
              </a:spcAft>
              <a:defRPr sz="1600">
                <a:solidFill>
                  <a:srgbClr val="000000"/>
                </a:solidFill>
                <a:latin typeface="Montserrat"/>
              </a:defRPr>
            </a:pPr>
            <a:r>
              <a:t>Se usa cuando las observaciones no tienen la misma importancia.</a:t>
            </a:r>
          </a:p>
          <a:p>
            <a:pPr>
              <a:spcAft>
                <a:spcPts val="800"/>
              </a:spcAft>
              <a:defRPr sz="1600">
                <a:solidFill>
                  <a:srgbClr val="000000"/>
                </a:solidFill>
                <a:latin typeface="Montserrat"/>
              </a:defRPr>
            </a:pPr>
            <a:r>
              <a:t>Ejemplos: cantidades compradas, créditos escolares, dólares invertidos o volumen.</a:t>
            </a:r>
          </a:p>
        </p:txBody>
      </p:sp>
      <p:sp>
        <p:nvSpPr>
          <p:cNvPr id="13" name="Rounded Rectangle 12"/>
          <p:cNvSpPr/>
          <p:nvPr/>
        </p:nvSpPr>
        <p:spPr>
          <a:xfrm>
            <a:off x="6400800" y="1788160"/>
            <a:ext cx="4846320" cy="256032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65392" y="1897888"/>
            <a:ext cx="4517136" cy="320040"/>
          </a:xfrm>
          <a:prstGeom prst="rect">
            <a:avLst/>
          </a:prstGeom>
          <a:noFill/>
        </p:spPr>
        <p:txBody>
          <a:bodyPr wrap="square" anchor="t">
            <a:spAutoFit/>
          </a:bodyPr>
          <a:lstStyle/>
          <a:p>
            <a:pPr algn="l">
              <a:defRPr sz="1700" b="1">
                <a:solidFill>
                  <a:srgbClr val="EBA93B"/>
                </a:solidFill>
                <a:latin typeface="Montserrat"/>
              </a:defRPr>
            </a:pPr>
            <a:r>
              <a:t>Ejemplo: materia prima</a:t>
            </a:r>
          </a:p>
        </p:txBody>
      </p:sp>
      <p:sp>
        <p:nvSpPr>
          <p:cNvPr id="15" name="TextBox 14"/>
          <p:cNvSpPr txBox="1"/>
          <p:nvPr/>
        </p:nvSpPr>
        <p:spPr>
          <a:xfrm>
            <a:off x="6565392" y="2291079"/>
            <a:ext cx="4517136" cy="1965960"/>
          </a:xfrm>
          <a:prstGeom prst="rect">
            <a:avLst/>
          </a:prstGeom>
          <a:noFill/>
        </p:spPr>
        <p:txBody>
          <a:bodyPr wrap="square" anchor="t">
            <a:spAutoFit/>
          </a:bodyPr>
          <a:lstStyle/>
          <a:p>
            <a:pPr algn="l">
              <a:defRPr sz="1400" b="0">
                <a:solidFill>
                  <a:srgbClr val="5A5F69"/>
                </a:solidFill>
                <a:latin typeface="Montserrat"/>
              </a:defRPr>
            </a:pPr>
            <a:r>
              <a:t>Costos: $3.00, $3.40, $2.80, $2.90, $3.25</a:t>
            </a:r>
            <a:br/>
            <a:r>
              <a:t>Pesos (libras): 1 200, 500, 2 750, 1 000, 800</a:t>
            </a:r>
            <a:br/>
            <a:br/>
            <a:r>
              <a:t>Media ponderada = $2.96/lb</a:t>
            </a:r>
          </a:p>
        </p:txBody>
      </p:sp>
      <p:sp>
        <p:nvSpPr>
          <p:cNvPr id="16" name="TextBox 15"/>
          <p:cNvSpPr txBox="1"/>
          <p:nvPr/>
        </p:nvSpPr>
        <p:spPr>
          <a:xfrm>
            <a:off x="6446520" y="4668520"/>
            <a:ext cx="4754880" cy="914400"/>
          </a:xfrm>
          <a:prstGeom prst="rect">
            <a:avLst/>
          </a:prstGeom>
          <a:noFill/>
        </p:spPr>
        <p:txBody>
          <a:bodyPr wrap="square" anchor="t">
            <a:spAutoFit/>
          </a:bodyPr>
          <a:lstStyle/>
          <a:p>
            <a:pPr algn="ctr">
              <a:defRPr sz="1500" b="1">
                <a:solidFill>
                  <a:srgbClr val="D5433C"/>
                </a:solidFill>
                <a:latin typeface="Montserrat"/>
              </a:defRPr>
            </a:pPr>
            <a:r>
              <a:t>La media simple sería $3.07 y sobreestimaría el costo medio real por libra adquirida.</a:t>
            </a:r>
          </a:p>
        </p:txBody>
      </p:sp>
      <p:sp>
        <p:nvSpPr>
          <p:cNvPr id="18" name="TextBox 17">
            <a:extLst>
              <a:ext uri="{FF2B5EF4-FFF2-40B4-BE49-F238E27FC236}">
                <a16:creationId xmlns:a16="http://schemas.microsoft.com/office/drawing/2014/main" id="{CDCB61DD-3C4C-2E1C-4EB0-CCA4B81BE75C}"/>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E4024CF7-42A9-8149-0411-DA9F1B20C4F1}"/>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Covarianza</a:t>
            </a:r>
          </a:p>
        </p:txBody>
      </p:sp>
      <p:sp>
        <p:nvSpPr>
          <p:cNvPr id="19" name="TextBox 18">
            <a:extLst>
              <a:ext uri="{FF2B5EF4-FFF2-40B4-BE49-F238E27FC236}">
                <a16:creationId xmlns:a16="http://schemas.microsoft.com/office/drawing/2014/main" id="{141603F3-5D7E-0BA0-4D91-A3BCAEC21C6B}"/>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Resumen de cinco números</a:t>
            </a:r>
          </a:p>
        </p:txBody>
      </p:sp>
      <p:sp>
        <p:nvSpPr>
          <p:cNvPr id="21" name="TextBox 20">
            <a:extLst>
              <a:ext uri="{FF2B5EF4-FFF2-40B4-BE49-F238E27FC236}">
                <a16:creationId xmlns:a16="http://schemas.microsoft.com/office/drawing/2014/main" id="{C4A9D93B-D83E-6E48-6014-5054E9AACBD3}"/>
              </a:ext>
            </a:extLst>
          </p:cNvPr>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Detección de observaciones atípicas</a:t>
            </a:r>
          </a:p>
        </p:txBody>
      </p:sp>
      <p:sp>
        <p:nvSpPr>
          <p:cNvPr id="23" name="TextBox 22">
            <a:extLst>
              <a:ext uri="{FF2B5EF4-FFF2-40B4-BE49-F238E27FC236}">
                <a16:creationId xmlns:a16="http://schemas.microsoft.com/office/drawing/2014/main" id="{80E44FF8-19BD-8996-B741-3CF4FACE3E4E}"/>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MEDIA PONDERADA</a:t>
            </a:r>
            <a:endParaRPr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3.6</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Datos agrupados: media aproximada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4937760" cy="105156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399032"/>
            <a:ext cx="4572000" cy="228600"/>
          </a:xfrm>
          <a:prstGeom prst="rect">
            <a:avLst/>
          </a:prstGeom>
          <a:noFill/>
        </p:spPr>
        <p:txBody>
          <a:bodyPr wrap="square" anchor="t">
            <a:spAutoFit/>
          </a:bodyPr>
          <a:lstStyle/>
          <a:p>
            <a:pPr algn="l">
              <a:defRPr sz="900" b="1">
                <a:solidFill>
                  <a:srgbClr val="EBA93B"/>
                </a:solidFill>
                <a:latin typeface="Montserrat"/>
              </a:defRPr>
            </a:pPr>
            <a:r>
              <a:t>MEDIA MUESTRAL AGRUPADA</a:t>
            </a:r>
          </a:p>
        </p:txBody>
      </p:sp>
      <p:sp>
        <p:nvSpPr>
          <p:cNvPr id="11" name="TextBox 10"/>
          <p:cNvSpPr txBox="1"/>
          <p:nvPr/>
        </p:nvSpPr>
        <p:spPr>
          <a:xfrm>
            <a:off x="868680" y="1673352"/>
            <a:ext cx="4572000" cy="594359"/>
          </a:xfrm>
          <a:prstGeom prst="rect">
            <a:avLst/>
          </a:prstGeom>
          <a:noFill/>
        </p:spPr>
        <p:txBody>
          <a:bodyPr wrap="square" anchor="ctr">
            <a:spAutoFit/>
          </a:bodyPr>
          <a:lstStyle/>
          <a:p>
            <a:pPr algn="ctr">
              <a:defRPr sz="2500" b="1">
                <a:solidFill>
                  <a:srgbClr val="24398A"/>
                </a:solidFill>
                <a:latin typeface="Montserrat"/>
              </a:defRPr>
            </a:pPr>
            <a:r>
              <a:t>x̄ = Σ fᵢ Mᵢ / n</a:t>
            </a:r>
          </a:p>
        </p:txBody>
      </p:sp>
      <p:sp>
        <p:nvSpPr>
          <p:cNvPr id="12" name="TextBox 11"/>
          <p:cNvSpPr txBox="1"/>
          <p:nvPr/>
        </p:nvSpPr>
        <p:spPr>
          <a:xfrm>
            <a:off x="868680" y="2651760"/>
            <a:ext cx="4480560" cy="1097280"/>
          </a:xfrm>
          <a:prstGeom prst="rect">
            <a:avLst/>
          </a:prstGeom>
          <a:noFill/>
        </p:spPr>
        <p:txBody>
          <a:bodyPr wrap="square" anchor="t">
            <a:spAutoFit/>
          </a:bodyPr>
          <a:lstStyle/>
          <a:p>
            <a:pPr algn="ctr">
              <a:defRPr sz="1700" b="0">
                <a:solidFill>
                  <a:srgbClr val="5A5F69"/>
                </a:solidFill>
                <a:latin typeface="Montserrat"/>
              </a:defRPr>
            </a:pPr>
            <a:r>
              <a:t>Mᵢ = punto medio de la clase</a:t>
            </a:r>
            <a:br/>
            <a:r>
              <a:t>fᵢ = frecuencia de la clase</a:t>
            </a:r>
            <a:br/>
            <a:r>
              <a:t>n = tamaño muestral</a:t>
            </a:r>
          </a:p>
        </p:txBody>
      </p:sp>
      <p:sp>
        <p:nvSpPr>
          <p:cNvPr id="13" name="Rectangle 12"/>
          <p:cNvSpPr/>
          <p:nvPr/>
        </p:nvSpPr>
        <p:spPr>
          <a:xfrm>
            <a:off x="5577840" y="1371600"/>
            <a:ext cx="1234440" cy="502920"/>
          </a:xfrm>
          <a:prstGeom prst="rect">
            <a:avLst/>
          </a:prstGeom>
          <a:solidFill>
            <a:srgbClr val="24398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23560" y="1417320"/>
            <a:ext cx="1143000" cy="320040"/>
          </a:xfrm>
          <a:prstGeom prst="rect">
            <a:avLst/>
          </a:prstGeom>
          <a:noFill/>
        </p:spPr>
        <p:txBody>
          <a:bodyPr wrap="square" anchor="t">
            <a:spAutoFit/>
          </a:bodyPr>
          <a:lstStyle/>
          <a:p>
            <a:pPr algn="ctr">
              <a:defRPr sz="1300" b="1">
                <a:solidFill>
                  <a:srgbClr val="FFFFFF"/>
                </a:solidFill>
                <a:latin typeface="Montserrat"/>
              </a:defRPr>
            </a:pPr>
            <a:r>
              <a:t>Clase</a:t>
            </a:r>
          </a:p>
        </p:txBody>
      </p:sp>
      <p:sp>
        <p:nvSpPr>
          <p:cNvPr id="15" name="Rectangle 14"/>
          <p:cNvSpPr/>
          <p:nvPr/>
        </p:nvSpPr>
        <p:spPr>
          <a:xfrm>
            <a:off x="6903720" y="1371600"/>
            <a:ext cx="1234440" cy="502920"/>
          </a:xfrm>
          <a:prstGeom prst="rect">
            <a:avLst/>
          </a:prstGeom>
          <a:solidFill>
            <a:srgbClr val="24398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0" y="1417320"/>
            <a:ext cx="1143000" cy="320040"/>
          </a:xfrm>
          <a:prstGeom prst="rect">
            <a:avLst/>
          </a:prstGeom>
          <a:noFill/>
        </p:spPr>
        <p:txBody>
          <a:bodyPr wrap="square" anchor="t">
            <a:spAutoFit/>
          </a:bodyPr>
          <a:lstStyle/>
          <a:p>
            <a:pPr algn="ctr">
              <a:defRPr sz="1300" b="1">
                <a:solidFill>
                  <a:srgbClr val="FFFFFF"/>
                </a:solidFill>
                <a:latin typeface="Montserrat"/>
              </a:defRPr>
            </a:pPr>
            <a:r>
              <a:t>Mᵢ</a:t>
            </a:r>
          </a:p>
        </p:txBody>
      </p:sp>
      <p:sp>
        <p:nvSpPr>
          <p:cNvPr id="17" name="Rectangle 16"/>
          <p:cNvSpPr/>
          <p:nvPr/>
        </p:nvSpPr>
        <p:spPr>
          <a:xfrm>
            <a:off x="8229600" y="1371600"/>
            <a:ext cx="1234440" cy="502920"/>
          </a:xfrm>
          <a:prstGeom prst="rect">
            <a:avLst/>
          </a:prstGeom>
          <a:solidFill>
            <a:srgbClr val="24398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20" y="1417320"/>
            <a:ext cx="1143000" cy="320040"/>
          </a:xfrm>
          <a:prstGeom prst="rect">
            <a:avLst/>
          </a:prstGeom>
          <a:noFill/>
        </p:spPr>
        <p:txBody>
          <a:bodyPr wrap="square" anchor="t">
            <a:spAutoFit/>
          </a:bodyPr>
          <a:lstStyle/>
          <a:p>
            <a:pPr algn="ctr">
              <a:defRPr sz="1300" b="1">
                <a:solidFill>
                  <a:srgbClr val="FFFFFF"/>
                </a:solidFill>
                <a:latin typeface="Montserrat"/>
              </a:defRPr>
            </a:pPr>
            <a:r>
              <a:t>fᵢ</a:t>
            </a:r>
          </a:p>
        </p:txBody>
      </p:sp>
      <p:sp>
        <p:nvSpPr>
          <p:cNvPr id="19" name="Rectangle 18"/>
          <p:cNvSpPr/>
          <p:nvPr/>
        </p:nvSpPr>
        <p:spPr>
          <a:xfrm>
            <a:off x="9555480" y="1371600"/>
            <a:ext cx="1234440" cy="502920"/>
          </a:xfrm>
          <a:prstGeom prst="rect">
            <a:avLst/>
          </a:prstGeom>
          <a:solidFill>
            <a:srgbClr val="24398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0" y="1417320"/>
            <a:ext cx="1143000" cy="320040"/>
          </a:xfrm>
          <a:prstGeom prst="rect">
            <a:avLst/>
          </a:prstGeom>
          <a:noFill/>
        </p:spPr>
        <p:txBody>
          <a:bodyPr wrap="square" anchor="t">
            <a:spAutoFit/>
          </a:bodyPr>
          <a:lstStyle/>
          <a:p>
            <a:pPr algn="ctr">
              <a:defRPr sz="1300" b="1">
                <a:solidFill>
                  <a:srgbClr val="FFFFFF"/>
                </a:solidFill>
                <a:latin typeface="Montserrat"/>
              </a:defRPr>
            </a:pPr>
            <a:r>
              <a:t>fᵢMᵢ</a:t>
            </a:r>
          </a:p>
        </p:txBody>
      </p:sp>
      <p:sp>
        <p:nvSpPr>
          <p:cNvPr id="21" name="Rectangle 20"/>
          <p:cNvSpPr/>
          <p:nvPr/>
        </p:nvSpPr>
        <p:spPr>
          <a:xfrm>
            <a:off x="5577840" y="1874519"/>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23560" y="1920240"/>
            <a:ext cx="1143000" cy="320040"/>
          </a:xfrm>
          <a:prstGeom prst="rect">
            <a:avLst/>
          </a:prstGeom>
          <a:noFill/>
        </p:spPr>
        <p:txBody>
          <a:bodyPr wrap="square" anchor="t">
            <a:spAutoFit/>
          </a:bodyPr>
          <a:lstStyle/>
          <a:p>
            <a:pPr algn="ctr">
              <a:defRPr sz="1200" b="0">
                <a:solidFill>
                  <a:srgbClr val="000000"/>
                </a:solidFill>
                <a:latin typeface="Montserrat"/>
              </a:defRPr>
            </a:pPr>
            <a:r>
              <a:t>10–14</a:t>
            </a:r>
          </a:p>
        </p:txBody>
      </p:sp>
      <p:sp>
        <p:nvSpPr>
          <p:cNvPr id="23" name="Rectangle 22"/>
          <p:cNvSpPr/>
          <p:nvPr/>
        </p:nvSpPr>
        <p:spPr>
          <a:xfrm>
            <a:off x="6903720" y="1874519"/>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0" y="1920240"/>
            <a:ext cx="1143000" cy="320040"/>
          </a:xfrm>
          <a:prstGeom prst="rect">
            <a:avLst/>
          </a:prstGeom>
          <a:noFill/>
        </p:spPr>
        <p:txBody>
          <a:bodyPr wrap="square" anchor="t">
            <a:spAutoFit/>
          </a:bodyPr>
          <a:lstStyle/>
          <a:p>
            <a:pPr algn="ctr">
              <a:defRPr sz="1200" b="0">
                <a:solidFill>
                  <a:srgbClr val="000000"/>
                </a:solidFill>
                <a:latin typeface="Montserrat"/>
              </a:defRPr>
            </a:pPr>
            <a:r>
              <a:t>12</a:t>
            </a:r>
          </a:p>
        </p:txBody>
      </p:sp>
      <p:sp>
        <p:nvSpPr>
          <p:cNvPr id="25" name="Rectangle 24"/>
          <p:cNvSpPr/>
          <p:nvPr/>
        </p:nvSpPr>
        <p:spPr>
          <a:xfrm>
            <a:off x="8229600" y="1874519"/>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75320" y="1920240"/>
            <a:ext cx="1143000" cy="320040"/>
          </a:xfrm>
          <a:prstGeom prst="rect">
            <a:avLst/>
          </a:prstGeom>
          <a:noFill/>
        </p:spPr>
        <p:txBody>
          <a:bodyPr wrap="square" anchor="t">
            <a:spAutoFit/>
          </a:bodyPr>
          <a:lstStyle/>
          <a:p>
            <a:pPr algn="ctr">
              <a:defRPr sz="1200" b="0">
                <a:solidFill>
                  <a:srgbClr val="000000"/>
                </a:solidFill>
                <a:latin typeface="Montserrat"/>
              </a:defRPr>
            </a:pPr>
            <a:r>
              <a:t>4</a:t>
            </a:r>
          </a:p>
        </p:txBody>
      </p:sp>
      <p:sp>
        <p:nvSpPr>
          <p:cNvPr id="27" name="Rectangle 26"/>
          <p:cNvSpPr/>
          <p:nvPr/>
        </p:nvSpPr>
        <p:spPr>
          <a:xfrm>
            <a:off x="9555480" y="1874519"/>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0" y="1920240"/>
            <a:ext cx="1143000" cy="320040"/>
          </a:xfrm>
          <a:prstGeom prst="rect">
            <a:avLst/>
          </a:prstGeom>
          <a:noFill/>
        </p:spPr>
        <p:txBody>
          <a:bodyPr wrap="square" anchor="t">
            <a:spAutoFit/>
          </a:bodyPr>
          <a:lstStyle/>
          <a:p>
            <a:pPr algn="ctr">
              <a:defRPr sz="1200" b="0">
                <a:solidFill>
                  <a:srgbClr val="000000"/>
                </a:solidFill>
                <a:latin typeface="Montserrat"/>
              </a:defRPr>
            </a:pPr>
            <a:r>
              <a:t>48</a:t>
            </a:r>
          </a:p>
        </p:txBody>
      </p:sp>
      <p:sp>
        <p:nvSpPr>
          <p:cNvPr id="29" name="Rectangle 28"/>
          <p:cNvSpPr/>
          <p:nvPr/>
        </p:nvSpPr>
        <p:spPr>
          <a:xfrm>
            <a:off x="5577840" y="2377439"/>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23560" y="2423160"/>
            <a:ext cx="1143000" cy="320040"/>
          </a:xfrm>
          <a:prstGeom prst="rect">
            <a:avLst/>
          </a:prstGeom>
          <a:noFill/>
        </p:spPr>
        <p:txBody>
          <a:bodyPr wrap="square" anchor="t">
            <a:spAutoFit/>
          </a:bodyPr>
          <a:lstStyle/>
          <a:p>
            <a:pPr algn="ctr">
              <a:defRPr sz="1200" b="0">
                <a:solidFill>
                  <a:srgbClr val="000000"/>
                </a:solidFill>
                <a:latin typeface="Montserrat"/>
              </a:defRPr>
            </a:pPr>
            <a:r>
              <a:t>15–19</a:t>
            </a:r>
          </a:p>
        </p:txBody>
      </p:sp>
      <p:sp>
        <p:nvSpPr>
          <p:cNvPr id="31" name="Rectangle 30"/>
          <p:cNvSpPr/>
          <p:nvPr/>
        </p:nvSpPr>
        <p:spPr>
          <a:xfrm>
            <a:off x="6903720" y="2377439"/>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49440" y="2423160"/>
            <a:ext cx="1143000" cy="320040"/>
          </a:xfrm>
          <a:prstGeom prst="rect">
            <a:avLst/>
          </a:prstGeom>
          <a:noFill/>
        </p:spPr>
        <p:txBody>
          <a:bodyPr wrap="square" anchor="t">
            <a:spAutoFit/>
          </a:bodyPr>
          <a:lstStyle/>
          <a:p>
            <a:pPr algn="ctr">
              <a:defRPr sz="1200" b="0">
                <a:solidFill>
                  <a:srgbClr val="000000"/>
                </a:solidFill>
                <a:latin typeface="Montserrat"/>
              </a:defRPr>
            </a:pPr>
            <a:r>
              <a:t>17</a:t>
            </a:r>
          </a:p>
        </p:txBody>
      </p:sp>
      <p:sp>
        <p:nvSpPr>
          <p:cNvPr id="33" name="Rectangle 32"/>
          <p:cNvSpPr/>
          <p:nvPr/>
        </p:nvSpPr>
        <p:spPr>
          <a:xfrm>
            <a:off x="8229600" y="2377439"/>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75320" y="2423160"/>
            <a:ext cx="1143000" cy="320040"/>
          </a:xfrm>
          <a:prstGeom prst="rect">
            <a:avLst/>
          </a:prstGeom>
          <a:noFill/>
        </p:spPr>
        <p:txBody>
          <a:bodyPr wrap="square" anchor="t">
            <a:spAutoFit/>
          </a:bodyPr>
          <a:lstStyle/>
          <a:p>
            <a:pPr algn="ctr">
              <a:defRPr sz="1200" b="0">
                <a:solidFill>
                  <a:srgbClr val="000000"/>
                </a:solidFill>
                <a:latin typeface="Montserrat"/>
              </a:defRPr>
            </a:pPr>
            <a:r>
              <a:t>8</a:t>
            </a:r>
          </a:p>
        </p:txBody>
      </p:sp>
      <p:sp>
        <p:nvSpPr>
          <p:cNvPr id="35" name="Rectangle 34"/>
          <p:cNvSpPr/>
          <p:nvPr/>
        </p:nvSpPr>
        <p:spPr>
          <a:xfrm>
            <a:off x="9555480" y="2377439"/>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0" y="2423160"/>
            <a:ext cx="1143000" cy="320040"/>
          </a:xfrm>
          <a:prstGeom prst="rect">
            <a:avLst/>
          </a:prstGeom>
          <a:noFill/>
        </p:spPr>
        <p:txBody>
          <a:bodyPr wrap="square" anchor="t">
            <a:spAutoFit/>
          </a:bodyPr>
          <a:lstStyle/>
          <a:p>
            <a:pPr algn="ctr">
              <a:defRPr sz="1200" b="0">
                <a:solidFill>
                  <a:srgbClr val="000000"/>
                </a:solidFill>
                <a:latin typeface="Montserrat"/>
              </a:defRPr>
            </a:pPr>
            <a:r>
              <a:t>136</a:t>
            </a:r>
          </a:p>
        </p:txBody>
      </p:sp>
      <p:sp>
        <p:nvSpPr>
          <p:cNvPr id="37" name="Rectangle 36"/>
          <p:cNvSpPr/>
          <p:nvPr/>
        </p:nvSpPr>
        <p:spPr>
          <a:xfrm>
            <a:off x="5577840" y="288036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23560" y="2926080"/>
            <a:ext cx="1143000" cy="320040"/>
          </a:xfrm>
          <a:prstGeom prst="rect">
            <a:avLst/>
          </a:prstGeom>
          <a:noFill/>
        </p:spPr>
        <p:txBody>
          <a:bodyPr wrap="square" anchor="t">
            <a:spAutoFit/>
          </a:bodyPr>
          <a:lstStyle/>
          <a:p>
            <a:pPr algn="ctr">
              <a:defRPr sz="1200" b="0">
                <a:solidFill>
                  <a:srgbClr val="000000"/>
                </a:solidFill>
                <a:latin typeface="Montserrat"/>
              </a:defRPr>
            </a:pPr>
            <a:r>
              <a:t>20–24</a:t>
            </a:r>
          </a:p>
        </p:txBody>
      </p:sp>
      <p:sp>
        <p:nvSpPr>
          <p:cNvPr id="39" name="Rectangle 38"/>
          <p:cNvSpPr/>
          <p:nvPr/>
        </p:nvSpPr>
        <p:spPr>
          <a:xfrm>
            <a:off x="6903720" y="288036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49440" y="2926080"/>
            <a:ext cx="1143000" cy="320040"/>
          </a:xfrm>
          <a:prstGeom prst="rect">
            <a:avLst/>
          </a:prstGeom>
          <a:noFill/>
        </p:spPr>
        <p:txBody>
          <a:bodyPr wrap="square" anchor="t">
            <a:spAutoFit/>
          </a:bodyPr>
          <a:lstStyle/>
          <a:p>
            <a:pPr algn="ctr">
              <a:defRPr sz="1200" b="0">
                <a:solidFill>
                  <a:srgbClr val="000000"/>
                </a:solidFill>
                <a:latin typeface="Montserrat"/>
              </a:defRPr>
            </a:pPr>
            <a:r>
              <a:t>22</a:t>
            </a:r>
          </a:p>
        </p:txBody>
      </p:sp>
      <p:sp>
        <p:nvSpPr>
          <p:cNvPr id="41" name="Rectangle 40"/>
          <p:cNvSpPr/>
          <p:nvPr/>
        </p:nvSpPr>
        <p:spPr>
          <a:xfrm>
            <a:off x="8229600" y="288036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75320" y="2926080"/>
            <a:ext cx="1143000" cy="320040"/>
          </a:xfrm>
          <a:prstGeom prst="rect">
            <a:avLst/>
          </a:prstGeom>
          <a:noFill/>
        </p:spPr>
        <p:txBody>
          <a:bodyPr wrap="square" anchor="t">
            <a:spAutoFit/>
          </a:bodyPr>
          <a:lstStyle/>
          <a:p>
            <a:pPr algn="ctr">
              <a:defRPr sz="1200" b="0">
                <a:solidFill>
                  <a:srgbClr val="000000"/>
                </a:solidFill>
                <a:latin typeface="Montserrat"/>
              </a:defRPr>
            </a:pPr>
            <a:r>
              <a:t>5</a:t>
            </a:r>
          </a:p>
        </p:txBody>
      </p:sp>
      <p:sp>
        <p:nvSpPr>
          <p:cNvPr id="43" name="Rectangle 42"/>
          <p:cNvSpPr/>
          <p:nvPr/>
        </p:nvSpPr>
        <p:spPr>
          <a:xfrm>
            <a:off x="9555480" y="288036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601200" y="2926080"/>
            <a:ext cx="1143000" cy="320040"/>
          </a:xfrm>
          <a:prstGeom prst="rect">
            <a:avLst/>
          </a:prstGeom>
          <a:noFill/>
        </p:spPr>
        <p:txBody>
          <a:bodyPr wrap="square" anchor="t">
            <a:spAutoFit/>
          </a:bodyPr>
          <a:lstStyle/>
          <a:p>
            <a:pPr algn="ctr">
              <a:defRPr sz="1200" b="0">
                <a:solidFill>
                  <a:srgbClr val="000000"/>
                </a:solidFill>
                <a:latin typeface="Montserrat"/>
              </a:defRPr>
            </a:pPr>
            <a:r>
              <a:t>110</a:t>
            </a:r>
          </a:p>
        </p:txBody>
      </p:sp>
      <p:sp>
        <p:nvSpPr>
          <p:cNvPr id="45" name="Rectangle 44"/>
          <p:cNvSpPr/>
          <p:nvPr/>
        </p:nvSpPr>
        <p:spPr>
          <a:xfrm>
            <a:off x="5577840" y="3383280"/>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623560" y="3429000"/>
            <a:ext cx="1143000" cy="320040"/>
          </a:xfrm>
          <a:prstGeom prst="rect">
            <a:avLst/>
          </a:prstGeom>
          <a:noFill/>
        </p:spPr>
        <p:txBody>
          <a:bodyPr wrap="square" anchor="t">
            <a:spAutoFit/>
          </a:bodyPr>
          <a:lstStyle/>
          <a:p>
            <a:pPr algn="ctr">
              <a:defRPr sz="1200" b="0">
                <a:solidFill>
                  <a:srgbClr val="000000"/>
                </a:solidFill>
                <a:latin typeface="Montserrat"/>
              </a:defRPr>
            </a:pPr>
            <a:r>
              <a:t>25–29</a:t>
            </a:r>
          </a:p>
        </p:txBody>
      </p:sp>
      <p:sp>
        <p:nvSpPr>
          <p:cNvPr id="47" name="Rectangle 46"/>
          <p:cNvSpPr/>
          <p:nvPr/>
        </p:nvSpPr>
        <p:spPr>
          <a:xfrm>
            <a:off x="6903720" y="3383280"/>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949440" y="3429000"/>
            <a:ext cx="1143000" cy="320040"/>
          </a:xfrm>
          <a:prstGeom prst="rect">
            <a:avLst/>
          </a:prstGeom>
          <a:noFill/>
        </p:spPr>
        <p:txBody>
          <a:bodyPr wrap="square" anchor="t">
            <a:spAutoFit/>
          </a:bodyPr>
          <a:lstStyle/>
          <a:p>
            <a:pPr algn="ctr">
              <a:defRPr sz="1200" b="0">
                <a:solidFill>
                  <a:srgbClr val="000000"/>
                </a:solidFill>
                <a:latin typeface="Montserrat"/>
              </a:defRPr>
            </a:pPr>
            <a:r>
              <a:t>27</a:t>
            </a:r>
          </a:p>
        </p:txBody>
      </p:sp>
      <p:sp>
        <p:nvSpPr>
          <p:cNvPr id="49" name="Rectangle 48"/>
          <p:cNvSpPr/>
          <p:nvPr/>
        </p:nvSpPr>
        <p:spPr>
          <a:xfrm>
            <a:off x="8229600" y="3383280"/>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75320" y="3429000"/>
            <a:ext cx="1143000" cy="320040"/>
          </a:xfrm>
          <a:prstGeom prst="rect">
            <a:avLst/>
          </a:prstGeom>
          <a:noFill/>
        </p:spPr>
        <p:txBody>
          <a:bodyPr wrap="square" anchor="t">
            <a:spAutoFit/>
          </a:bodyPr>
          <a:lstStyle/>
          <a:p>
            <a:pPr algn="ctr">
              <a:defRPr sz="1200" b="0">
                <a:solidFill>
                  <a:srgbClr val="000000"/>
                </a:solidFill>
                <a:latin typeface="Montserrat"/>
              </a:defRPr>
            </a:pPr>
            <a:r>
              <a:t>2</a:t>
            </a:r>
          </a:p>
        </p:txBody>
      </p:sp>
      <p:sp>
        <p:nvSpPr>
          <p:cNvPr id="51" name="Rectangle 50"/>
          <p:cNvSpPr/>
          <p:nvPr/>
        </p:nvSpPr>
        <p:spPr>
          <a:xfrm>
            <a:off x="9555480" y="3383280"/>
            <a:ext cx="1234440" cy="502920"/>
          </a:xfrm>
          <a:prstGeom prst="rect">
            <a:avLst/>
          </a:prstGeom>
          <a:solidFill>
            <a:srgbClr val="FFFFFF"/>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01200" y="3429000"/>
            <a:ext cx="1143000" cy="320040"/>
          </a:xfrm>
          <a:prstGeom prst="rect">
            <a:avLst/>
          </a:prstGeom>
          <a:noFill/>
        </p:spPr>
        <p:txBody>
          <a:bodyPr wrap="square" anchor="t">
            <a:spAutoFit/>
          </a:bodyPr>
          <a:lstStyle/>
          <a:p>
            <a:pPr algn="ctr">
              <a:defRPr sz="1200" b="0">
                <a:solidFill>
                  <a:srgbClr val="000000"/>
                </a:solidFill>
                <a:latin typeface="Montserrat"/>
              </a:defRPr>
            </a:pPr>
            <a:r>
              <a:t>54</a:t>
            </a:r>
          </a:p>
        </p:txBody>
      </p:sp>
      <p:sp>
        <p:nvSpPr>
          <p:cNvPr id="53" name="Rectangle 52"/>
          <p:cNvSpPr/>
          <p:nvPr/>
        </p:nvSpPr>
        <p:spPr>
          <a:xfrm>
            <a:off x="5577840" y="388620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623560" y="3931920"/>
            <a:ext cx="1143000" cy="320040"/>
          </a:xfrm>
          <a:prstGeom prst="rect">
            <a:avLst/>
          </a:prstGeom>
          <a:noFill/>
        </p:spPr>
        <p:txBody>
          <a:bodyPr wrap="square" anchor="t">
            <a:spAutoFit/>
          </a:bodyPr>
          <a:lstStyle/>
          <a:p>
            <a:pPr algn="ctr">
              <a:defRPr sz="1200" b="0">
                <a:solidFill>
                  <a:srgbClr val="000000"/>
                </a:solidFill>
                <a:latin typeface="Montserrat"/>
              </a:defRPr>
            </a:pPr>
            <a:r>
              <a:t>30–34</a:t>
            </a:r>
          </a:p>
        </p:txBody>
      </p:sp>
      <p:sp>
        <p:nvSpPr>
          <p:cNvPr id="55" name="Rectangle 54"/>
          <p:cNvSpPr/>
          <p:nvPr/>
        </p:nvSpPr>
        <p:spPr>
          <a:xfrm>
            <a:off x="6903720" y="388620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949440" y="3931920"/>
            <a:ext cx="1143000" cy="320040"/>
          </a:xfrm>
          <a:prstGeom prst="rect">
            <a:avLst/>
          </a:prstGeom>
          <a:noFill/>
        </p:spPr>
        <p:txBody>
          <a:bodyPr wrap="square" anchor="t">
            <a:spAutoFit/>
          </a:bodyPr>
          <a:lstStyle/>
          <a:p>
            <a:pPr algn="ctr">
              <a:defRPr sz="1200" b="0">
                <a:solidFill>
                  <a:srgbClr val="000000"/>
                </a:solidFill>
                <a:latin typeface="Montserrat"/>
              </a:defRPr>
            </a:pPr>
            <a:r>
              <a:t>32</a:t>
            </a:r>
          </a:p>
        </p:txBody>
      </p:sp>
      <p:sp>
        <p:nvSpPr>
          <p:cNvPr id="57" name="Rectangle 56"/>
          <p:cNvSpPr/>
          <p:nvPr/>
        </p:nvSpPr>
        <p:spPr>
          <a:xfrm>
            <a:off x="8229600" y="388620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275320" y="3931920"/>
            <a:ext cx="1143000" cy="320040"/>
          </a:xfrm>
          <a:prstGeom prst="rect">
            <a:avLst/>
          </a:prstGeom>
          <a:noFill/>
        </p:spPr>
        <p:txBody>
          <a:bodyPr wrap="square" anchor="t">
            <a:spAutoFit/>
          </a:bodyPr>
          <a:lstStyle/>
          <a:p>
            <a:pPr algn="ctr">
              <a:defRPr sz="1200" b="0">
                <a:solidFill>
                  <a:srgbClr val="000000"/>
                </a:solidFill>
                <a:latin typeface="Montserrat"/>
              </a:defRPr>
            </a:pPr>
            <a:r>
              <a:t>1</a:t>
            </a:r>
          </a:p>
        </p:txBody>
      </p:sp>
      <p:sp>
        <p:nvSpPr>
          <p:cNvPr id="59" name="Rectangle 58"/>
          <p:cNvSpPr/>
          <p:nvPr/>
        </p:nvSpPr>
        <p:spPr>
          <a:xfrm>
            <a:off x="9555480" y="3886200"/>
            <a:ext cx="1234440" cy="502920"/>
          </a:xfrm>
          <a:prstGeom prst="rect">
            <a:avLst/>
          </a:prstGeom>
          <a:solidFill>
            <a:srgbClr val="F6F7FB"/>
          </a:solidFill>
          <a:ln>
            <a:solidFill>
              <a:srgbClr val="DAD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601200" y="3931920"/>
            <a:ext cx="1143000" cy="320040"/>
          </a:xfrm>
          <a:prstGeom prst="rect">
            <a:avLst/>
          </a:prstGeom>
          <a:noFill/>
        </p:spPr>
        <p:txBody>
          <a:bodyPr wrap="square" anchor="t">
            <a:spAutoFit/>
          </a:bodyPr>
          <a:lstStyle/>
          <a:p>
            <a:pPr algn="ctr">
              <a:defRPr sz="1200" b="0">
                <a:solidFill>
                  <a:srgbClr val="000000"/>
                </a:solidFill>
                <a:latin typeface="Montserrat"/>
              </a:defRPr>
            </a:pPr>
            <a:r>
              <a:t>32</a:t>
            </a:r>
          </a:p>
        </p:txBody>
      </p:sp>
      <p:sp>
        <p:nvSpPr>
          <p:cNvPr id="61" name="Rounded Rectangle 60"/>
          <p:cNvSpPr/>
          <p:nvPr/>
        </p:nvSpPr>
        <p:spPr>
          <a:xfrm>
            <a:off x="5486400" y="4800600"/>
            <a:ext cx="5486400" cy="91440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669280" y="4873752"/>
            <a:ext cx="5120640" cy="228600"/>
          </a:xfrm>
          <a:prstGeom prst="rect">
            <a:avLst/>
          </a:prstGeom>
          <a:noFill/>
        </p:spPr>
        <p:txBody>
          <a:bodyPr wrap="square" anchor="t">
            <a:spAutoFit/>
          </a:bodyPr>
          <a:lstStyle/>
          <a:p>
            <a:pPr algn="l">
              <a:defRPr sz="900" b="1">
                <a:solidFill>
                  <a:srgbClr val="EBA93B"/>
                </a:solidFill>
                <a:latin typeface="Montserrat"/>
              </a:defRPr>
            </a:pPr>
            <a:r>
              <a:t>EJEMPLO DE AUDITORÍAS</a:t>
            </a:r>
          </a:p>
        </p:txBody>
      </p:sp>
      <p:sp>
        <p:nvSpPr>
          <p:cNvPr id="63" name="TextBox 62"/>
          <p:cNvSpPr txBox="1"/>
          <p:nvPr/>
        </p:nvSpPr>
        <p:spPr>
          <a:xfrm>
            <a:off x="5669280" y="5148072"/>
            <a:ext cx="5120640" cy="457200"/>
          </a:xfrm>
          <a:prstGeom prst="rect">
            <a:avLst/>
          </a:prstGeom>
          <a:noFill/>
        </p:spPr>
        <p:txBody>
          <a:bodyPr wrap="square" anchor="ctr">
            <a:spAutoFit/>
          </a:bodyPr>
          <a:lstStyle/>
          <a:p>
            <a:pPr algn="ctr">
              <a:defRPr sz="1800" b="1">
                <a:solidFill>
                  <a:srgbClr val="24398A"/>
                </a:solidFill>
                <a:latin typeface="Montserrat"/>
              </a:defRPr>
            </a:pPr>
            <a:r>
              <a:t>Σfᵢ = 20;   ΣfᵢMᵢ = 380   →   x̄ = 380/20 = 19 días</a:t>
            </a:r>
          </a:p>
        </p:txBody>
      </p:sp>
      <p:sp>
        <p:nvSpPr>
          <p:cNvPr id="65" name="TextBox 64">
            <a:extLst>
              <a:ext uri="{FF2B5EF4-FFF2-40B4-BE49-F238E27FC236}">
                <a16:creationId xmlns:a16="http://schemas.microsoft.com/office/drawing/2014/main" id="{FC5CB728-617C-5ED8-C34F-C8450F4E287F}"/>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266D7CEB-6DBF-BC73-91FB-EFA77153EF72}"/>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MEDIA MUESTRAL AGRUPADA</a:t>
            </a:r>
            <a:endParaRPr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3.6</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Varianza y desviación estándar para datos agrupados</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71600"/>
            <a:ext cx="5303520" cy="105156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444752"/>
            <a:ext cx="4937759" cy="228600"/>
          </a:xfrm>
          <a:prstGeom prst="rect">
            <a:avLst/>
          </a:prstGeom>
          <a:noFill/>
        </p:spPr>
        <p:txBody>
          <a:bodyPr wrap="square" anchor="t">
            <a:spAutoFit/>
          </a:bodyPr>
          <a:lstStyle/>
          <a:p>
            <a:pPr algn="l">
              <a:defRPr sz="900" b="1">
                <a:solidFill>
                  <a:srgbClr val="EBA93B"/>
                </a:solidFill>
                <a:latin typeface="Montserrat"/>
              </a:defRPr>
            </a:pPr>
            <a:r>
              <a:t>VARIANZA MUESTRAL AGRUPADA</a:t>
            </a:r>
          </a:p>
        </p:txBody>
      </p:sp>
      <p:sp>
        <p:nvSpPr>
          <p:cNvPr id="11" name="TextBox 10"/>
          <p:cNvSpPr txBox="1"/>
          <p:nvPr/>
        </p:nvSpPr>
        <p:spPr>
          <a:xfrm>
            <a:off x="868680" y="1719072"/>
            <a:ext cx="4937759" cy="594360"/>
          </a:xfrm>
          <a:prstGeom prst="rect">
            <a:avLst/>
          </a:prstGeom>
          <a:noFill/>
        </p:spPr>
        <p:txBody>
          <a:bodyPr wrap="square" anchor="ctr">
            <a:spAutoFit/>
          </a:bodyPr>
          <a:lstStyle/>
          <a:p>
            <a:pPr algn="ctr">
              <a:defRPr sz="2000" b="1">
                <a:solidFill>
                  <a:srgbClr val="24398A"/>
                </a:solidFill>
                <a:latin typeface="Montserrat"/>
              </a:defRPr>
            </a:pPr>
            <a:r>
              <a:t>s² = Σ fᵢ(Mᵢ − x̄)² / (n − 1)</a:t>
            </a:r>
          </a:p>
        </p:txBody>
      </p:sp>
      <p:sp>
        <p:nvSpPr>
          <p:cNvPr id="12" name="Rounded Rectangle 11"/>
          <p:cNvSpPr/>
          <p:nvPr/>
        </p:nvSpPr>
        <p:spPr>
          <a:xfrm>
            <a:off x="6263640" y="1371600"/>
            <a:ext cx="5029200" cy="1051560"/>
          </a:xfrm>
          <a:prstGeom prst="roundRect">
            <a:avLst/>
          </a:prstGeom>
          <a:solidFill>
            <a:srgbClr val="FCF7EC"/>
          </a:solidFill>
          <a:ln w="1651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444752"/>
            <a:ext cx="4663440" cy="228600"/>
          </a:xfrm>
          <a:prstGeom prst="rect">
            <a:avLst/>
          </a:prstGeom>
          <a:noFill/>
        </p:spPr>
        <p:txBody>
          <a:bodyPr wrap="square" anchor="t">
            <a:spAutoFit/>
          </a:bodyPr>
          <a:lstStyle/>
          <a:p>
            <a:pPr algn="l">
              <a:defRPr sz="900" b="1">
                <a:solidFill>
                  <a:srgbClr val="EBA93B"/>
                </a:solidFill>
                <a:latin typeface="Montserrat"/>
              </a:defRPr>
            </a:pPr>
            <a:r>
              <a:t>DESVIACIÓN ESTÁNDAR</a:t>
            </a:r>
          </a:p>
        </p:txBody>
      </p:sp>
      <p:sp>
        <p:nvSpPr>
          <p:cNvPr id="14" name="TextBox 13"/>
          <p:cNvSpPr txBox="1"/>
          <p:nvPr/>
        </p:nvSpPr>
        <p:spPr>
          <a:xfrm>
            <a:off x="6446520" y="1719072"/>
            <a:ext cx="4663440" cy="594360"/>
          </a:xfrm>
          <a:prstGeom prst="rect">
            <a:avLst/>
          </a:prstGeom>
          <a:noFill/>
        </p:spPr>
        <p:txBody>
          <a:bodyPr wrap="square" anchor="ctr">
            <a:spAutoFit/>
          </a:bodyPr>
          <a:lstStyle/>
          <a:p>
            <a:pPr algn="ctr">
              <a:defRPr sz="2400" b="1">
                <a:solidFill>
                  <a:srgbClr val="24398A"/>
                </a:solidFill>
                <a:latin typeface="Montserrat"/>
              </a:defRPr>
            </a:pPr>
            <a:r>
              <a:t>s = √s²</a:t>
            </a:r>
          </a:p>
        </p:txBody>
      </p:sp>
      <p:sp>
        <p:nvSpPr>
          <p:cNvPr id="15" name="TextBox 14"/>
          <p:cNvSpPr txBox="1"/>
          <p:nvPr/>
        </p:nvSpPr>
        <p:spPr>
          <a:xfrm>
            <a:off x="777240" y="2880360"/>
            <a:ext cx="6400800" cy="2468880"/>
          </a:xfrm>
          <a:prstGeom prst="rect">
            <a:avLst/>
          </a:prstGeom>
          <a:noFill/>
        </p:spPr>
        <p:txBody>
          <a:bodyPr wrap="square">
            <a:spAutoFit/>
          </a:bodyPr>
          <a:lstStyle/>
          <a:p>
            <a:pPr>
              <a:spcAft>
                <a:spcPts val="800"/>
              </a:spcAft>
              <a:defRPr sz="1500">
                <a:solidFill>
                  <a:srgbClr val="000000"/>
                </a:solidFill>
                <a:latin typeface="Montserrat"/>
              </a:defRPr>
            </a:pPr>
            <a:r>
              <a:t>Los valores individuales xᵢ no se conocen.</a:t>
            </a:r>
          </a:p>
          <a:p>
            <a:pPr>
              <a:spcAft>
                <a:spcPts val="800"/>
              </a:spcAft>
              <a:defRPr sz="1500">
                <a:solidFill>
                  <a:srgbClr val="000000"/>
                </a:solidFill>
                <a:latin typeface="Montserrat"/>
              </a:defRPr>
            </a:pPr>
            <a:r>
              <a:t>El punto medio Mᵢ representa a los datos de su clase.</a:t>
            </a:r>
          </a:p>
          <a:p>
            <a:pPr>
              <a:spcAft>
                <a:spcPts val="800"/>
              </a:spcAft>
              <a:defRPr sz="1500">
                <a:solidFill>
                  <a:srgbClr val="000000"/>
                </a:solidFill>
                <a:latin typeface="Montserrat"/>
              </a:defRPr>
            </a:pPr>
            <a:r>
              <a:t>Cada desviación cuadrada se pondera por la frecuencia fᵢ.</a:t>
            </a:r>
          </a:p>
          <a:p>
            <a:pPr>
              <a:spcAft>
                <a:spcPts val="800"/>
              </a:spcAft>
              <a:defRPr sz="1500">
                <a:solidFill>
                  <a:srgbClr val="000000"/>
                </a:solidFill>
                <a:latin typeface="Montserrat"/>
              </a:defRPr>
            </a:pPr>
            <a:r>
              <a:t>En el ejemplo de auditorías: Σfᵢ(Mᵢ−x̄)² = 570.</a:t>
            </a:r>
          </a:p>
          <a:p>
            <a:pPr>
              <a:spcAft>
                <a:spcPts val="800"/>
              </a:spcAft>
              <a:defRPr sz="1500">
                <a:solidFill>
                  <a:srgbClr val="000000"/>
                </a:solidFill>
                <a:latin typeface="Montserrat"/>
              </a:defRPr>
            </a:pPr>
            <a:r>
              <a:t>s² = 570/19 = 30; s = √30 ≈ 5.48 días.</a:t>
            </a:r>
          </a:p>
        </p:txBody>
      </p:sp>
      <p:sp>
        <p:nvSpPr>
          <p:cNvPr id="16" name="Rounded Rectangle 15"/>
          <p:cNvSpPr/>
          <p:nvPr/>
        </p:nvSpPr>
        <p:spPr>
          <a:xfrm>
            <a:off x="7635240" y="2971800"/>
            <a:ext cx="3657600" cy="2011680"/>
          </a:xfrm>
          <a:prstGeom prst="roundRect">
            <a:avLst/>
          </a:prstGeom>
          <a:solidFill>
            <a:srgbClr val="FFFFFF"/>
          </a:solidFill>
          <a:ln w="19050">
            <a:solidFill>
              <a:srgbClr val="E1B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99831" y="3081528"/>
            <a:ext cx="3328416" cy="320040"/>
          </a:xfrm>
          <a:prstGeom prst="rect">
            <a:avLst/>
          </a:prstGeom>
          <a:noFill/>
        </p:spPr>
        <p:txBody>
          <a:bodyPr wrap="square" anchor="t">
            <a:spAutoFit/>
          </a:bodyPr>
          <a:lstStyle/>
          <a:p>
            <a:pPr algn="l">
              <a:defRPr sz="1600" b="1">
                <a:solidFill>
                  <a:srgbClr val="E1B73D"/>
                </a:solidFill>
                <a:latin typeface="Montserrat"/>
              </a:defRPr>
            </a:pPr>
            <a:r>
              <a:t>Advertencia metodológica</a:t>
            </a:r>
          </a:p>
        </p:txBody>
      </p:sp>
      <p:sp>
        <p:nvSpPr>
          <p:cNvPr id="18" name="TextBox 17"/>
          <p:cNvSpPr txBox="1"/>
          <p:nvPr/>
        </p:nvSpPr>
        <p:spPr>
          <a:xfrm>
            <a:off x="7799831" y="3474720"/>
            <a:ext cx="3328416" cy="1417320"/>
          </a:xfrm>
          <a:prstGeom prst="rect">
            <a:avLst/>
          </a:prstGeom>
          <a:noFill/>
        </p:spPr>
        <p:txBody>
          <a:bodyPr wrap="square" anchor="t">
            <a:spAutoFit/>
          </a:bodyPr>
          <a:lstStyle/>
          <a:p>
            <a:pPr algn="l">
              <a:defRPr sz="1400" b="0">
                <a:solidFill>
                  <a:srgbClr val="5A5F69"/>
                </a:solidFill>
                <a:latin typeface="Montserrat"/>
              </a:defRPr>
            </a:pPr>
            <a:r>
              <a:t>Las medidas calculadas con datos agrupados son aproximaciones. Cuando sea posible, se recomienda usar los datos originales.</a:t>
            </a:r>
          </a:p>
        </p:txBody>
      </p:sp>
      <p:sp>
        <p:nvSpPr>
          <p:cNvPr id="20" name="TextBox 19">
            <a:extLst>
              <a:ext uri="{FF2B5EF4-FFF2-40B4-BE49-F238E27FC236}">
                <a16:creationId xmlns:a16="http://schemas.microsoft.com/office/drawing/2014/main" id="{42CE9581-B209-C972-5D7C-EB5CDDCFF32B}"/>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
        <p:nvSpPr>
          <p:cNvPr id="7" name="TextBox 6">
            <a:extLst>
              <a:ext uri="{FF2B5EF4-FFF2-40B4-BE49-F238E27FC236}">
                <a16:creationId xmlns:a16="http://schemas.microsoft.com/office/drawing/2014/main" id="{729B10BD-8789-497A-F199-0AADAACB0857}"/>
              </a:ext>
            </a:extLst>
          </p:cNvPr>
          <p:cNvSpPr txBox="1"/>
          <p:nvPr/>
        </p:nvSpPr>
        <p:spPr>
          <a:xfrm>
            <a:off x="502920" y="593598"/>
            <a:ext cx="7239000" cy="400110"/>
          </a:xfrm>
          <a:prstGeom prst="rect">
            <a:avLst/>
          </a:prstGeom>
          <a:noFill/>
        </p:spPr>
        <p:txBody>
          <a:bodyPr wrap="square" anchor="t">
            <a:spAutoFit/>
          </a:bodyPr>
          <a:lstStyle/>
          <a:p>
            <a:pPr algn="l">
              <a:defRPr sz="1700" b="1">
                <a:solidFill>
                  <a:srgbClr val="24398A"/>
                </a:solidFill>
                <a:latin typeface="Montserrat"/>
              </a:defRPr>
            </a:pPr>
            <a:r>
              <a:rPr lang="es-MX" sz="2000" dirty="0"/>
              <a:t>VARIANZA MUESTRAL AGRUPADA</a:t>
            </a:r>
            <a:endParaRPr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SÍNTESIS</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Aplicación integradora: decisiones con estadística descriptiva</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3337560" cy="3566160"/>
          </a:xfrm>
          <a:prstGeom prst="roundRect">
            <a:avLst/>
          </a:prstGeom>
          <a:solidFill>
            <a:srgbClr val="FFFFFF"/>
          </a:solidFill>
          <a:ln w="19050">
            <a:solidFill>
              <a:srgbClr val="243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435607"/>
            <a:ext cx="3008376" cy="320040"/>
          </a:xfrm>
          <a:prstGeom prst="rect">
            <a:avLst/>
          </a:prstGeom>
          <a:noFill/>
        </p:spPr>
        <p:txBody>
          <a:bodyPr wrap="square" anchor="t">
            <a:spAutoFit/>
          </a:bodyPr>
          <a:lstStyle/>
          <a:p>
            <a:pPr algn="l">
              <a:defRPr sz="1700" b="1">
                <a:solidFill>
                  <a:srgbClr val="24398A"/>
                </a:solidFill>
                <a:latin typeface="Montserrat"/>
              </a:defRPr>
            </a:pPr>
            <a:r>
              <a:t>1. Describir</a:t>
            </a:r>
          </a:p>
        </p:txBody>
      </p:sp>
      <p:sp>
        <p:nvSpPr>
          <p:cNvPr id="11" name="TextBox 10"/>
          <p:cNvSpPr txBox="1"/>
          <p:nvPr/>
        </p:nvSpPr>
        <p:spPr>
          <a:xfrm>
            <a:off x="850392" y="1828800"/>
            <a:ext cx="3008376" cy="1631216"/>
          </a:xfrm>
          <a:prstGeom prst="rect">
            <a:avLst/>
          </a:prstGeom>
          <a:noFill/>
        </p:spPr>
        <p:txBody>
          <a:bodyPr wrap="square" anchor="t">
            <a:spAutoFit/>
          </a:bodyPr>
          <a:lstStyle/>
          <a:p>
            <a:pPr algn="just">
              <a:defRPr sz="1600" b="0">
                <a:solidFill>
                  <a:srgbClr val="5A5F69"/>
                </a:solidFill>
                <a:latin typeface="Montserrat"/>
              </a:defRPr>
            </a:pPr>
            <a:r>
              <a:rPr sz="2000" dirty="0" err="1"/>
              <a:t>Calcular</a:t>
            </a:r>
            <a:r>
              <a:rPr sz="2000" dirty="0"/>
              <a:t> media, </a:t>
            </a:r>
            <a:r>
              <a:rPr sz="2000" dirty="0" err="1"/>
              <a:t>mediana</a:t>
            </a:r>
            <a:r>
              <a:rPr sz="2000" dirty="0"/>
              <a:t>, </a:t>
            </a:r>
            <a:r>
              <a:rPr sz="2000" dirty="0" err="1"/>
              <a:t>moda</a:t>
            </a:r>
            <a:r>
              <a:rPr sz="2000" dirty="0"/>
              <a:t>, percentiles y </a:t>
            </a:r>
            <a:r>
              <a:rPr sz="2000" dirty="0" err="1"/>
              <a:t>cuartiles</a:t>
            </a:r>
            <a:r>
              <a:rPr sz="2000" dirty="0"/>
              <a:t> para </a:t>
            </a:r>
            <a:r>
              <a:rPr sz="2000" dirty="0" err="1"/>
              <a:t>conocer</a:t>
            </a:r>
            <a:r>
              <a:rPr sz="2000" dirty="0"/>
              <a:t> el </a:t>
            </a:r>
            <a:r>
              <a:rPr sz="2000" dirty="0" err="1"/>
              <a:t>centro</a:t>
            </a:r>
            <a:r>
              <a:rPr sz="2000" dirty="0"/>
              <a:t> y la </a:t>
            </a:r>
            <a:r>
              <a:rPr sz="2000" dirty="0" err="1"/>
              <a:t>posición</a:t>
            </a:r>
            <a:r>
              <a:rPr sz="2000" dirty="0"/>
              <a:t>.</a:t>
            </a:r>
          </a:p>
        </p:txBody>
      </p:sp>
      <p:sp>
        <p:nvSpPr>
          <p:cNvPr id="12" name="Rounded Rectangle 11"/>
          <p:cNvSpPr/>
          <p:nvPr/>
        </p:nvSpPr>
        <p:spPr>
          <a:xfrm>
            <a:off x="4434840" y="1325880"/>
            <a:ext cx="3337560" cy="3566160"/>
          </a:xfrm>
          <a:prstGeom prst="roundRect">
            <a:avLst/>
          </a:prstGeom>
          <a:solidFill>
            <a:srgbClr val="FFFFFF"/>
          </a:solidFill>
          <a:ln w="19050">
            <a:solidFill>
              <a:srgbClr val="EB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9431" y="1435607"/>
            <a:ext cx="3008376" cy="320040"/>
          </a:xfrm>
          <a:prstGeom prst="rect">
            <a:avLst/>
          </a:prstGeom>
          <a:noFill/>
        </p:spPr>
        <p:txBody>
          <a:bodyPr wrap="square" anchor="t">
            <a:spAutoFit/>
          </a:bodyPr>
          <a:lstStyle/>
          <a:p>
            <a:pPr algn="l">
              <a:defRPr sz="1700" b="1">
                <a:solidFill>
                  <a:srgbClr val="EBA93B"/>
                </a:solidFill>
                <a:latin typeface="Montserrat"/>
              </a:defRPr>
            </a:pPr>
            <a:r>
              <a:t>2. Diagnosticar</a:t>
            </a:r>
          </a:p>
        </p:txBody>
      </p:sp>
      <p:sp>
        <p:nvSpPr>
          <p:cNvPr id="14" name="TextBox 13"/>
          <p:cNvSpPr txBox="1"/>
          <p:nvPr/>
        </p:nvSpPr>
        <p:spPr>
          <a:xfrm>
            <a:off x="4599431" y="1828800"/>
            <a:ext cx="3008376" cy="1323439"/>
          </a:xfrm>
          <a:prstGeom prst="rect">
            <a:avLst/>
          </a:prstGeom>
          <a:noFill/>
        </p:spPr>
        <p:txBody>
          <a:bodyPr wrap="square" anchor="t">
            <a:spAutoFit/>
          </a:bodyPr>
          <a:lstStyle/>
          <a:p>
            <a:pPr algn="just">
              <a:defRPr sz="1600" b="0">
                <a:solidFill>
                  <a:srgbClr val="5A5F69"/>
                </a:solidFill>
                <a:latin typeface="Montserrat"/>
              </a:defRPr>
            </a:pPr>
            <a:r>
              <a:rPr sz="2000" dirty="0" err="1"/>
              <a:t>Medir</a:t>
            </a:r>
            <a:r>
              <a:rPr sz="2000" dirty="0"/>
              <a:t> </a:t>
            </a:r>
            <a:r>
              <a:rPr sz="2000" dirty="0" err="1"/>
              <a:t>rango</a:t>
            </a:r>
            <a:r>
              <a:rPr sz="2000" dirty="0"/>
              <a:t>, RIC, </a:t>
            </a:r>
            <a:r>
              <a:rPr sz="2000" dirty="0" err="1"/>
              <a:t>varianza</a:t>
            </a:r>
            <a:r>
              <a:rPr sz="2000" dirty="0"/>
              <a:t>, </a:t>
            </a:r>
            <a:r>
              <a:rPr sz="2000" dirty="0" err="1"/>
              <a:t>desviación</a:t>
            </a:r>
            <a:r>
              <a:rPr sz="2000" dirty="0"/>
              <a:t> </a:t>
            </a:r>
            <a:r>
              <a:rPr sz="2000" dirty="0" err="1"/>
              <a:t>estándar</a:t>
            </a:r>
            <a:r>
              <a:rPr sz="2000" dirty="0"/>
              <a:t> y CV; </a:t>
            </a:r>
            <a:r>
              <a:rPr sz="2000" dirty="0" err="1"/>
              <a:t>revisar</a:t>
            </a:r>
            <a:r>
              <a:rPr sz="2000" dirty="0"/>
              <a:t> </a:t>
            </a:r>
            <a:r>
              <a:rPr sz="2000" dirty="0" err="1"/>
              <a:t>sesgo</a:t>
            </a:r>
            <a:r>
              <a:rPr sz="2000" dirty="0"/>
              <a:t> y </a:t>
            </a:r>
            <a:r>
              <a:rPr sz="2000" dirty="0" err="1"/>
              <a:t>atípicos</a:t>
            </a:r>
            <a:r>
              <a:rPr sz="2000" dirty="0"/>
              <a:t>.</a:t>
            </a:r>
          </a:p>
        </p:txBody>
      </p:sp>
      <p:sp>
        <p:nvSpPr>
          <p:cNvPr id="15" name="Rounded Rectangle 14"/>
          <p:cNvSpPr/>
          <p:nvPr/>
        </p:nvSpPr>
        <p:spPr>
          <a:xfrm>
            <a:off x="8183879" y="1325880"/>
            <a:ext cx="3337560" cy="3566160"/>
          </a:xfrm>
          <a:prstGeom prst="roundRect">
            <a:avLst/>
          </a:prstGeom>
          <a:solidFill>
            <a:srgbClr val="FFFFFF"/>
          </a:solidFill>
          <a:ln w="19050">
            <a:solidFill>
              <a:srgbClr val="5CA8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48471" y="1435607"/>
            <a:ext cx="3008376" cy="320040"/>
          </a:xfrm>
          <a:prstGeom prst="rect">
            <a:avLst/>
          </a:prstGeom>
          <a:noFill/>
        </p:spPr>
        <p:txBody>
          <a:bodyPr wrap="square" anchor="t">
            <a:spAutoFit/>
          </a:bodyPr>
          <a:lstStyle/>
          <a:p>
            <a:pPr algn="l">
              <a:defRPr sz="1700" b="1">
                <a:solidFill>
                  <a:srgbClr val="5CA847"/>
                </a:solidFill>
                <a:latin typeface="Montserrat"/>
              </a:defRPr>
            </a:pPr>
            <a:r>
              <a:t>3. Relacionar y decidir</a:t>
            </a:r>
          </a:p>
        </p:txBody>
      </p:sp>
      <p:sp>
        <p:nvSpPr>
          <p:cNvPr id="17" name="TextBox 16"/>
          <p:cNvSpPr txBox="1"/>
          <p:nvPr/>
        </p:nvSpPr>
        <p:spPr>
          <a:xfrm>
            <a:off x="8348471" y="1828800"/>
            <a:ext cx="3008376" cy="1938992"/>
          </a:xfrm>
          <a:prstGeom prst="rect">
            <a:avLst/>
          </a:prstGeom>
          <a:noFill/>
        </p:spPr>
        <p:txBody>
          <a:bodyPr wrap="square" anchor="t">
            <a:spAutoFit/>
          </a:bodyPr>
          <a:lstStyle/>
          <a:p>
            <a:pPr algn="just">
              <a:defRPr sz="1600" b="0">
                <a:solidFill>
                  <a:srgbClr val="5A5F69"/>
                </a:solidFill>
                <a:latin typeface="Montserrat"/>
              </a:defRPr>
            </a:pPr>
            <a:r>
              <a:rPr sz="2000" dirty="0"/>
              <a:t>Usar </a:t>
            </a:r>
            <a:r>
              <a:rPr sz="2000" dirty="0" err="1"/>
              <a:t>covarianza</a:t>
            </a:r>
            <a:r>
              <a:rPr sz="2000" dirty="0"/>
              <a:t>/</a:t>
            </a:r>
            <a:r>
              <a:rPr sz="2000" dirty="0" err="1"/>
              <a:t>correlación</a:t>
            </a:r>
            <a:r>
              <a:rPr sz="2000" dirty="0"/>
              <a:t> para </a:t>
            </a:r>
            <a:r>
              <a:rPr sz="2000" dirty="0" err="1"/>
              <a:t>asociación</a:t>
            </a:r>
            <a:r>
              <a:rPr sz="2000" dirty="0"/>
              <a:t> lineal y medias </a:t>
            </a:r>
            <a:r>
              <a:rPr sz="2000" dirty="0" err="1"/>
              <a:t>ponderadas</a:t>
            </a:r>
            <a:r>
              <a:rPr sz="2000" dirty="0"/>
              <a:t> </a:t>
            </a:r>
            <a:r>
              <a:rPr sz="2000" dirty="0" err="1"/>
              <a:t>cuando</a:t>
            </a:r>
            <a:r>
              <a:rPr sz="2000" dirty="0"/>
              <a:t> </a:t>
            </a:r>
            <a:r>
              <a:rPr sz="2000" dirty="0" err="1"/>
              <a:t>los</a:t>
            </a:r>
            <a:r>
              <a:rPr sz="2000" dirty="0"/>
              <a:t> pesos </a:t>
            </a:r>
            <a:r>
              <a:rPr sz="2000" dirty="0" err="1"/>
              <a:t>importan</a:t>
            </a:r>
            <a:r>
              <a:rPr sz="2000" dirty="0"/>
              <a:t>.</a:t>
            </a:r>
          </a:p>
        </p:txBody>
      </p:sp>
      <p:sp>
        <p:nvSpPr>
          <p:cNvPr id="18" name="TextBox 17"/>
          <p:cNvSpPr txBox="1"/>
          <p:nvPr/>
        </p:nvSpPr>
        <p:spPr>
          <a:xfrm>
            <a:off x="822960" y="5303520"/>
            <a:ext cx="10515600" cy="685800"/>
          </a:xfrm>
          <a:prstGeom prst="rect">
            <a:avLst/>
          </a:prstGeom>
          <a:noFill/>
        </p:spPr>
        <p:txBody>
          <a:bodyPr wrap="square" anchor="t">
            <a:spAutoFit/>
          </a:bodyPr>
          <a:lstStyle/>
          <a:p>
            <a:pPr algn="ctr">
              <a:defRPr sz="1800" b="1">
                <a:solidFill>
                  <a:srgbClr val="24398A"/>
                </a:solidFill>
                <a:latin typeface="Montserrat"/>
              </a:defRPr>
            </a:pPr>
            <a:r>
              <a:t>Principio del capítulo: una medida aislada rara vez es suficiente; la interpretación surge de combinar centro, dispersión, forma y relación.</a:t>
            </a:r>
          </a:p>
        </p:txBody>
      </p:sp>
      <p:sp>
        <p:nvSpPr>
          <p:cNvPr id="20" name="TextBox 19">
            <a:extLst>
              <a:ext uri="{FF2B5EF4-FFF2-40B4-BE49-F238E27FC236}">
                <a16:creationId xmlns:a16="http://schemas.microsoft.com/office/drawing/2014/main" id="{29A1BC3D-2FE4-B416-CA8A-443D4847BB6B}"/>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18872"/>
          </a:xfrm>
          <a:prstGeom prst="rect">
            <a:avLst/>
          </a:prstGeom>
          <a:solidFill>
            <a:srgbClr val="E1B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28600"/>
            <a:ext cx="1828800" cy="320040"/>
          </a:xfrm>
          <a:prstGeom prst="rect">
            <a:avLst/>
          </a:prstGeom>
          <a:noFill/>
        </p:spPr>
        <p:txBody>
          <a:bodyPr wrap="none">
            <a:spAutoFit/>
          </a:bodyPr>
          <a:lstStyle/>
          <a:p>
            <a:pPr>
              <a:defRPr sz="1000" b="1">
                <a:solidFill>
                  <a:srgbClr val="EBA93B"/>
                </a:solidFill>
                <a:latin typeface="Montserrat"/>
              </a:defRPr>
            </a:pPr>
            <a:r>
              <a:t>CIERRE</a:t>
            </a:r>
          </a:p>
        </p:txBody>
      </p:sp>
      <p:sp>
        <p:nvSpPr>
          <p:cNvPr id="5" name="TextBox 4"/>
          <p:cNvSpPr txBox="1"/>
          <p:nvPr/>
        </p:nvSpPr>
        <p:spPr>
          <a:xfrm>
            <a:off x="502920" y="530352"/>
            <a:ext cx="10972800" cy="594360"/>
          </a:xfrm>
          <a:prstGeom prst="rect">
            <a:avLst/>
          </a:prstGeom>
          <a:noFill/>
        </p:spPr>
        <p:txBody>
          <a:bodyPr wrap="none">
            <a:spAutoFit/>
          </a:bodyPr>
          <a:lstStyle/>
          <a:p>
            <a:pPr>
              <a:defRPr sz="2700" b="1">
                <a:solidFill>
                  <a:srgbClr val="FFFFFF"/>
                </a:solidFill>
                <a:latin typeface="Montserrat"/>
              </a:defRPr>
            </a:pPr>
            <a:r>
              <a:t>Actividades de aprendizaje sugeridas</a:t>
            </a:r>
          </a:p>
        </p:txBody>
      </p:sp>
      <p:sp>
        <p:nvSpPr>
          <p:cNvPr id="6" name="Rectangle 5"/>
          <p:cNvSpPr/>
          <p:nvPr/>
        </p:nvSpPr>
        <p:spPr>
          <a:xfrm>
            <a:off x="502920" y="6510528"/>
            <a:ext cx="11155680" cy="13716"/>
          </a:xfrm>
          <a:prstGeom prst="rect">
            <a:avLst/>
          </a:prstGeom>
          <a:solidFill>
            <a:srgbClr val="DAD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25880"/>
            <a:ext cx="10515600" cy="2862322"/>
          </a:xfrm>
          <a:prstGeom prst="rect">
            <a:avLst/>
          </a:prstGeom>
          <a:noFill/>
        </p:spPr>
        <p:txBody>
          <a:bodyPr wrap="square">
            <a:spAutoFit/>
          </a:bodyPr>
          <a:lstStyle/>
          <a:p>
            <a:pPr algn="just">
              <a:spcAft>
                <a:spcPts val="800"/>
              </a:spcAft>
              <a:defRPr sz="1600">
                <a:solidFill>
                  <a:srgbClr val="000000"/>
                </a:solidFill>
                <a:latin typeface="Montserrat"/>
              </a:defRPr>
            </a:pPr>
            <a:r>
              <a:rPr lang="es-MX" sz="2000" dirty="0"/>
              <a:t>De la base de datos </a:t>
            </a:r>
            <a:r>
              <a:rPr lang="es-MX" sz="2000" dirty="0" err="1"/>
              <a:t>Visa.sav</a:t>
            </a:r>
            <a:r>
              <a:rPr lang="es-MX" sz="2000" dirty="0"/>
              <a:t> realizaran los siguientes ejercicios:</a:t>
            </a:r>
          </a:p>
          <a:p>
            <a:pPr algn="just">
              <a:spcAft>
                <a:spcPts val="800"/>
              </a:spcAft>
              <a:defRPr sz="1600">
                <a:solidFill>
                  <a:srgbClr val="000000"/>
                </a:solidFill>
                <a:latin typeface="Montserrat"/>
              </a:defRPr>
            </a:pPr>
            <a:endParaRPr lang="es-MX" sz="2000" dirty="0"/>
          </a:p>
          <a:p>
            <a:pPr marL="342900" indent="-342900" algn="just">
              <a:spcAft>
                <a:spcPts val="800"/>
              </a:spcAft>
              <a:buFont typeface="Arial" panose="020B0604020202020204" pitchFamily="34" charset="0"/>
              <a:buChar char="•"/>
              <a:defRPr sz="1600">
                <a:solidFill>
                  <a:srgbClr val="000000"/>
                </a:solidFill>
                <a:latin typeface="Montserrat"/>
              </a:defRPr>
            </a:pPr>
            <a:r>
              <a:rPr lang="es-MX" sz="2000" dirty="0">
                <a:latin typeface="Montserrat" panose="00000500000000000000" pitchFamily="2" charset="0"/>
              </a:rPr>
              <a:t>Calcule la media y la mediana.</a:t>
            </a:r>
          </a:p>
          <a:p>
            <a:pPr marL="342900" indent="-342900" algn="just">
              <a:spcAft>
                <a:spcPts val="800"/>
              </a:spcAft>
              <a:buFont typeface="Arial" panose="020B0604020202020204" pitchFamily="34" charset="0"/>
              <a:buChar char="•"/>
              <a:defRPr sz="1600">
                <a:solidFill>
                  <a:srgbClr val="000000"/>
                </a:solidFill>
                <a:latin typeface="Montserrat"/>
              </a:defRPr>
            </a:pPr>
            <a:r>
              <a:rPr lang="es-MX" sz="2000" dirty="0">
                <a:latin typeface="Montserrat" panose="00000500000000000000" pitchFamily="2" charset="0"/>
              </a:rPr>
              <a:t>Estime el primer y tercer cuartiles.</a:t>
            </a:r>
          </a:p>
          <a:p>
            <a:pPr marL="342900" indent="-342900" algn="just">
              <a:spcAft>
                <a:spcPts val="800"/>
              </a:spcAft>
              <a:buFont typeface="Arial" panose="020B0604020202020204" pitchFamily="34" charset="0"/>
              <a:buChar char="•"/>
              <a:defRPr sz="1600">
                <a:solidFill>
                  <a:srgbClr val="000000"/>
                </a:solidFill>
                <a:latin typeface="Montserrat"/>
              </a:defRPr>
            </a:pPr>
            <a:r>
              <a:rPr lang="es-MX" sz="2000" dirty="0">
                <a:latin typeface="Montserrat" panose="00000500000000000000" pitchFamily="2" charset="0"/>
              </a:rPr>
              <a:t>Calcule el rango y el rango intercuartílico.</a:t>
            </a:r>
          </a:p>
          <a:p>
            <a:pPr marL="342900" indent="-342900" algn="just">
              <a:spcAft>
                <a:spcPts val="800"/>
              </a:spcAft>
              <a:buFont typeface="Arial" panose="020B0604020202020204" pitchFamily="34" charset="0"/>
              <a:buChar char="•"/>
              <a:defRPr sz="1600">
                <a:solidFill>
                  <a:srgbClr val="000000"/>
                </a:solidFill>
                <a:latin typeface="Montserrat"/>
              </a:defRPr>
            </a:pPr>
            <a:r>
              <a:rPr lang="es-MX" sz="2000" dirty="0">
                <a:latin typeface="Montserrat" panose="00000500000000000000" pitchFamily="2" charset="0"/>
              </a:rPr>
              <a:t>Determine la varianza y la desviación estándar.</a:t>
            </a:r>
          </a:p>
          <a:p>
            <a:pPr marL="342900" indent="-342900" algn="just">
              <a:spcAft>
                <a:spcPts val="800"/>
              </a:spcAft>
              <a:buFont typeface="Arial" panose="020B0604020202020204" pitchFamily="34" charset="0"/>
              <a:buChar char="•"/>
              <a:defRPr sz="1600">
                <a:solidFill>
                  <a:srgbClr val="000000"/>
                </a:solidFill>
                <a:latin typeface="Montserrat"/>
              </a:defRPr>
            </a:pPr>
            <a:r>
              <a:rPr lang="es-MX" sz="2000" dirty="0">
                <a:latin typeface="Montserrat" panose="00000500000000000000" pitchFamily="2" charset="0"/>
              </a:rPr>
              <a:t>¿Los datos contienen observaciones atípicas?</a:t>
            </a:r>
            <a:endParaRPr sz="2000" dirty="0">
              <a:latin typeface="Montserrat" panose="00000500000000000000" pitchFamily="2" charset="0"/>
            </a:endParaRPr>
          </a:p>
        </p:txBody>
      </p:sp>
      <p:sp>
        <p:nvSpPr>
          <p:cNvPr id="10" name="TextBox 9"/>
          <p:cNvSpPr txBox="1"/>
          <p:nvPr/>
        </p:nvSpPr>
        <p:spPr>
          <a:xfrm>
            <a:off x="822960" y="5806440"/>
            <a:ext cx="10424160" cy="365760"/>
          </a:xfrm>
          <a:prstGeom prst="rect">
            <a:avLst/>
          </a:prstGeom>
          <a:noFill/>
        </p:spPr>
        <p:txBody>
          <a:bodyPr wrap="square" anchor="t">
            <a:spAutoFit/>
          </a:bodyPr>
          <a:lstStyle/>
          <a:p>
            <a:pPr algn="ctr">
              <a:defRPr sz="1300" b="0">
                <a:solidFill>
                  <a:srgbClr val="5A5F69"/>
                </a:solidFill>
                <a:latin typeface="Montserrat"/>
              </a:defRPr>
            </a:pPr>
            <a:r>
              <a:t>Las actividades se inspiran en los ejercicios de métodos y aplicaciones incluidos al final de cada sección del capítulo.</a:t>
            </a:r>
          </a:p>
        </p:txBody>
      </p:sp>
      <p:sp>
        <p:nvSpPr>
          <p:cNvPr id="12" name="TextBox 11">
            <a:extLst>
              <a:ext uri="{FF2B5EF4-FFF2-40B4-BE49-F238E27FC236}">
                <a16:creationId xmlns:a16="http://schemas.microsoft.com/office/drawing/2014/main" id="{A5F7DF01-DCAF-711C-ED8A-D3F71D575A81}"/>
              </a:ext>
            </a:extLst>
          </p:cNvPr>
          <p:cNvSpPr txBox="1"/>
          <p:nvPr/>
        </p:nvSpPr>
        <p:spPr>
          <a:xfrm>
            <a:off x="502920" y="6547104"/>
            <a:ext cx="5392823" cy="207749"/>
          </a:xfrm>
          <a:prstGeom prst="rect">
            <a:avLst/>
          </a:prstGeom>
          <a:noFill/>
        </p:spPr>
        <p:txBody>
          <a:bodyPr wrap="none">
            <a:spAutoFit/>
          </a:bodyPr>
          <a:lstStyle/>
          <a:p>
            <a:pPr>
              <a:defRPr sz="750">
                <a:solidFill>
                  <a:srgbClr val="5A5F69"/>
                </a:solidFill>
                <a:latin typeface="Montserrat"/>
              </a:defRPr>
            </a:pPr>
            <a:r>
              <a:rPr dirty="0"/>
              <a:t>Universidad de Sonora • </a:t>
            </a:r>
            <a:r>
              <a:rPr dirty="0" err="1"/>
              <a:t>Capítulo</a:t>
            </a:r>
            <a:r>
              <a:rPr dirty="0"/>
              <a:t> 3 • </a:t>
            </a:r>
            <a:r>
              <a:rPr dirty="0" err="1"/>
              <a:t>Estadística</a:t>
            </a:r>
            <a:r>
              <a:rPr dirty="0"/>
              <a:t> </a:t>
            </a:r>
            <a:r>
              <a:rPr dirty="0" err="1"/>
              <a:t>descriptiva</a:t>
            </a:r>
            <a:r>
              <a:rPr dirty="0"/>
              <a:t>: </a:t>
            </a:r>
            <a:r>
              <a:rPr dirty="0" err="1"/>
              <a:t>medidas</a:t>
            </a:r>
            <a:r>
              <a:rPr dirty="0"/>
              <a:t> </a:t>
            </a:r>
            <a:r>
              <a:rPr dirty="0" err="1"/>
              <a:t>numéricas</a:t>
            </a:r>
            <a:r>
              <a:rPr lang="es-MX" dirty="0"/>
              <a:t> • Pavel Raul Dennis Quiñonez</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F49435457C7154A843F5E534FC0B634" ma:contentTypeVersion="10" ma:contentTypeDescription="Crear nuevo documento." ma:contentTypeScope="" ma:versionID="ef82053c38254570b91781d5f54a809a">
  <xsd:schema xmlns:xsd="http://www.w3.org/2001/XMLSchema" xmlns:xs="http://www.w3.org/2001/XMLSchema" xmlns:p="http://schemas.microsoft.com/office/2006/metadata/properties" xmlns:ns2="507213be-beb4-4a20-aaf4-787d5aff0b4e" xmlns:ns3="6a280a93-1357-4cd0-a96e-28f0f278437d" targetNamespace="http://schemas.microsoft.com/office/2006/metadata/properties" ma:root="true" ma:fieldsID="7847b8515bd84fc18bd80ce59be7b06c" ns2:_="" ns3:_="">
    <xsd:import namespace="507213be-beb4-4a20-aaf4-787d5aff0b4e"/>
    <xsd:import namespace="6a280a93-1357-4cd0-a96e-28f0f27843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7213be-beb4-4a20-aaf4-787d5aff0b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2b063932-f173-4154-82f3-97ca89cdde14"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a280a93-1357-4cd0-a96e-28f0f278437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4d29a9e-1da0-49c4-8da7-ff3907d71bc0}" ma:internalName="TaxCatchAll" ma:showField="CatchAllData" ma:web="6a280a93-1357-4cd0-a96e-28f0f27843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a280a93-1357-4cd0-a96e-28f0f278437d" xsi:nil="true"/>
    <lcf76f155ced4ddcb4097134ff3c332f xmlns="507213be-beb4-4a20-aaf4-787d5aff0b4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35D52E6-8527-40CF-8C02-C9F38D6E8F39}"/>
</file>

<file path=customXml/itemProps2.xml><?xml version="1.0" encoding="utf-8"?>
<ds:datastoreItem xmlns:ds="http://schemas.openxmlformats.org/officeDocument/2006/customXml" ds:itemID="{E80111ED-FE56-4242-8A25-DAF84284A865}"/>
</file>

<file path=customXml/itemProps3.xml><?xml version="1.0" encoding="utf-8"?>
<ds:datastoreItem xmlns:ds="http://schemas.openxmlformats.org/officeDocument/2006/customXml" ds:itemID="{2D0D2E78-BD5A-430D-99E3-D7499BC489D2}"/>
</file>

<file path=docProps/app.xml><?xml version="1.0" encoding="utf-8"?>
<Properties xmlns="http://schemas.openxmlformats.org/officeDocument/2006/extended-properties" xmlns:vt="http://schemas.openxmlformats.org/officeDocument/2006/docPropsVTypes">
  <TotalTime>2272</TotalTime>
  <Words>4769</Words>
  <Application>Microsoft Office PowerPoint</Application>
  <PresentationFormat>Widescreen</PresentationFormat>
  <Paragraphs>608</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Montserrat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3 – Estadística descriptiva: medidas numéricas</dc:title>
  <dc:subject>Presentación académica basada en el Capítulo 3 del documento proporcionado</dc:subject>
  <dc:creator>Universidad de Sonora</dc:creator>
  <cp:keywords>estadística descriptiva, medidas numéricas, Anderson, Universidad de Sonora</cp:keywords>
  <dc:description>generated using python-pptx</dc:description>
  <cp:lastModifiedBy>PAVEL RAUL DENNIS QUIÑONEZ</cp:lastModifiedBy>
  <cp:revision>1</cp:revision>
  <dcterms:created xsi:type="dcterms:W3CDTF">2013-01-27T09:14:16Z</dcterms:created>
  <dcterms:modified xsi:type="dcterms:W3CDTF">2026-09-04T00:39:16Z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0x0101001F49435457C7154A843F5E534FC0B634</vt:lpwstr>
  </property>
</Properties>
</file>